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6" r:id="rId2"/>
    <p:sldId id="274" r:id="rId3"/>
    <p:sldId id="289" r:id="rId4"/>
    <p:sldId id="291" r:id="rId5"/>
    <p:sldId id="290" r:id="rId6"/>
    <p:sldId id="287" r:id="rId7"/>
    <p:sldId id="295" r:id="rId8"/>
    <p:sldId id="296" r:id="rId9"/>
    <p:sldId id="298" r:id="rId10"/>
    <p:sldId id="272" r:id="rId11"/>
    <p:sldId id="271" r:id="rId12"/>
    <p:sldId id="275" r:id="rId13"/>
    <p:sldId id="292" r:id="rId14"/>
    <p:sldId id="293" r:id="rId15"/>
    <p:sldId id="294" r:id="rId16"/>
    <p:sldId id="280" r:id="rId17"/>
    <p:sldId id="281" r:id="rId18"/>
    <p:sldId id="283" r:id="rId19"/>
    <p:sldId id="285" r:id="rId20"/>
    <p:sldId id="297" r:id="rId21"/>
    <p:sldId id="2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2A1D"/>
    <a:srgbClr val="7A5A44"/>
    <a:srgbClr val="B8A18A"/>
    <a:srgbClr val="FF0000"/>
    <a:srgbClr val="267F00"/>
    <a:srgbClr val="41BDF6"/>
    <a:srgbClr val="71CBF7"/>
    <a:srgbClr val="8FDBFF"/>
    <a:srgbClr val="299B6B"/>
    <a:srgbClr val="ABA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87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B00BF-AFC5-4125-B638-687208B0E8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27409-6A7F-4D43-AA9A-EB24F737FC0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449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4580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D73C-39D0-9254-CB85-F257910B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6FF3-1678-6D75-3440-3D90BD0F7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6B0A2-7F91-22EE-B3E1-E25783436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66A0-0AA3-A764-77E7-1FE236BDE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461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0AB3-D6CD-D7B1-E395-22B5B40E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C3B06-9E44-5CAA-2B23-516F926F9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0946E-F84B-197A-81E9-233B6E24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F36A3-C47F-1879-1A2A-D275CD84E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112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60DC-0BB3-D0FA-BC6D-BEE89C47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28FB7-37B6-704A-86C7-5E195F0CC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24D7F-BAC3-834D-6C04-82343344E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07F2-93A5-F7A2-20A0-E51C175EE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497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5997-469F-8E87-BD08-593E618B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7C887-D9CC-F73B-1666-C8757343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5CCAB-D94A-97EF-CE8F-C110089A2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7x8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475EC-22EF-5115-B889-FF99C4C24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870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4BCD-EB7A-1C72-18DF-60B3A2B5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AF139-90CD-E343-57CE-FA7A7E83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8892C-3B93-C07C-A51D-EF775736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0017A-064F-BE70-2113-AC411CA0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2298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D17E-7442-D912-387A-33364907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45197-531F-FED3-760A-B16275C8E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F8B54-0FB0-EA91-EA60-53C5D98EC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E4DB-713A-4EF1-65D9-CB70BC630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4285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30C5-6D6A-3877-46F8-77007604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6D895-E0C4-DCC6-1B78-B28435A0D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0D396-3593-3DE0-92F1-23FDF390C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21738-4C02-3B99-8C1C-119751A89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1402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13C1-17DF-8802-9445-5896ED3C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62968-DDB9-1D11-535F-8E2DEC279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376AF-9ED1-F2F1-014D-C178199A4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12FBB-E290-AA01-3DCE-4511295B4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0958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7973-DB4D-02E2-B486-B63012B9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6796B-6179-29FB-518B-11EDADE95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D4C9A-693C-5B8C-EAE4-A5F5954B9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D0098-0FD2-1AF7-038B-EEC3FF94A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70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E523-E2A8-D255-7D41-02BB4FE9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DD63-090E-6651-1013-7C04790A5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68CC3-FBD2-9E0E-F0FD-9A38EACB7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90FC7-25A2-4B87-1924-F08BA4A2E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1482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C4BD-E665-AAD2-5145-7D061815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F7A65-0841-F779-E3B1-75D959E9B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F62F3-5B55-75DE-19D5-5740EED19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2CCF-E1F8-00AB-7F19-CB2FFF8EA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6619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26DA-33F2-5AF1-79D0-FC20EA39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05F2C-FC08-1FD6-3082-B0C294C95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5B1C9-C42E-4519-D19A-EE19CA29E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E0153-E9BB-599B-FF52-DBF998CC0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9086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49F3-3D98-974E-A11F-4745090F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E4255-3FF9-CE67-60F0-3ED6F1608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77F08-ACE5-10E6-0D13-9148FC80B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BB90-28A7-4D2D-4D91-870B01350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2737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DE18-324A-B308-9213-94F951A5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E4312-F1BB-8A6E-400A-2D35EC59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EFCB2-6C29-4022-FE03-1E158600D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E60E-871A-ACE8-3664-8C8A6D0AB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5815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0838-D549-EAFE-430A-0100A623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7D59-0332-5705-7B77-16F76D971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FA636-251E-99D0-0FC2-44D6893B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elips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EFA7-ED02-F958-F772-C283C3400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4355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C91-26F4-E3E8-6962-FF138F41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3E555-A505-BD66-D1BB-614AD9BBF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46E22-D985-086D-3F83-D2F57AFB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C0567-92FD-8791-932C-4D515C05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361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94A3-D4E5-F1CC-A35E-EB67A21C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636EC-0170-B8A8-FA92-4D930C567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BA14C-4537-406E-821A-AE5B53F43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1230A-E9A9-44B2-34A1-9C36F0F3B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3194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D143-342D-0588-32DD-B171974F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BC45B-E299-FDAC-AA22-2DAB8DB22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D1D8E-58FB-C641-F47A-FB03B1046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EF253-D798-99BF-D8C2-349826DC3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4810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E956-00D3-CB32-5201-226B45FC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66FDC-D978-40F8-D032-83DCCDDAB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7A5D4-6E6A-81C7-72C1-3A5CAB806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E1B6-2B3D-27B9-B531-D27C67AD0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7409-6A7F-4D43-AA9A-EB24F737FC04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251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64E9-F615-1539-5CD0-C1AAE8894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B671F-9BC6-A91C-49C6-9907D96BC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EB3FF-BFD2-332F-EBB3-154D74B1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83F6D-8D10-E16F-EF0A-16658ACF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E475-01FF-9F37-7C59-2780D78F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33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5966-A861-1B29-D563-B31972C9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B7D7-5A44-B28B-3E9E-56AC08B1D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20E5B-1F3A-FBB7-DCF7-E0655EF9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D77C0-39F2-D145-0118-075C08E0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33254-B9F6-89B1-16C5-ACBA71B9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01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D049-F599-0973-26A2-7DB69860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724F-CE1A-52B1-A4D9-F5B59D179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3819-3979-5770-0BE0-E44E96B5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A7085-1A7B-25D9-E670-38BD6B5C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DAE78-0C3D-DFE1-9D6F-6089EBA9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788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08F9-EA8F-E3A9-0432-262557FA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10D8-6A45-DD41-C5C8-81CB13D75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A0A76-D5A6-1E50-F797-39781F728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6AF34-9BE0-4D2B-E493-76BBA885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57390-2240-4D1C-55CD-1B8C9C51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F5AD0-FBA5-D422-5C76-BE2C9E48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24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F7-0EB5-025A-6AF8-B1DD7F9F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B8B98-E80B-FDF5-D2A9-272FFAB7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FF015-8F5A-FDC7-F8BE-85F0FA0F5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C6D32-2B0A-7B0B-6BEE-96049F9D4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896CC-C2E6-1051-65A7-BA666EFC7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E6E2D-E5EB-087F-543E-B9C8005C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E7B00D-6C94-BBAA-2711-056A5066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5E898-E8AF-A999-242B-8EEC891C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997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6C44-CBBF-F3E7-60DB-5A7A0ECB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C05E-B5D1-43D9-A495-51957A5B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3E614-A9C1-F282-6786-08FC9599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7483A-BF61-F429-AEB8-28A84978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714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A4DFF-1FFA-3B1D-3A2E-7773144A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A95AF-E775-15A9-E0B3-C67D9323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0E761-FA52-39B5-4A88-AFA34FD9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0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FF6-1450-FA66-1E85-C23EF3D2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B311-881A-B9C8-43B8-E0CE8431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DC502-4CBA-5B0B-BAB0-51D42A458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0F005-B3D1-3338-C823-127A5C87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40601-3089-956A-6A49-862348E2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08C81-2D0C-463A-E526-6F01BD1E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845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A262-6880-272A-CDF8-A2A2C7AD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3A912-FD3E-6DF7-6A4A-717A2C825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041EF-0978-CEA7-135E-3C9EBC313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F29F8-D4F2-7D8E-DD63-C0CEAE56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79012-E3F1-5CBD-AAC0-DA063E76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A1B06-D83C-04CD-F8C6-161834A9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88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546E-B88B-8568-02F0-9311EFB0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294C3-0001-6A3E-953D-D9AD9261E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9B18E-D959-E9F2-481B-C8FE677B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34690-22EE-E8BE-72B2-07A3483F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4364-36B6-9ABC-E686-FD771DC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023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14227-55D5-ED33-4A13-982AB4E8D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E7D53-4067-3EBC-25FC-751A8B8BE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2D09-EDA2-5852-504F-8BF4D39A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17C1-F7BF-C70D-BE56-F308038C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94D4-5E74-0321-DB95-7350E428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719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520C9-5ED0-D514-255B-8424C687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375D-25A3-748B-F86A-7220423D2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6B5B0-9BDB-C1DA-6A58-B9DDE326C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CA608-350A-444A-A61E-CA43A1EDB250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A0A64-5A60-CF9E-5A50-6CEC25C2F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DEC35-4E98-16AD-B000-8976808CA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35A0-698D-4680-9FE3-B50454098B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208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58A4A-8CA5-657F-3F3D-4DA4BEB3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91235D-8FB5-BA8D-9A1C-875394771D02}"/>
              </a:ext>
            </a:extLst>
          </p:cNvPr>
          <p:cNvSpPr/>
          <p:nvPr/>
        </p:nvSpPr>
        <p:spPr>
          <a:xfrm>
            <a:off x="4912681" y="2227662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6DC629-0D56-87F6-AE2D-3003F4A9923C}"/>
              </a:ext>
            </a:extLst>
          </p:cNvPr>
          <p:cNvSpPr/>
          <p:nvPr/>
        </p:nvSpPr>
        <p:spPr>
          <a:xfrm>
            <a:off x="5813612" y="2227662"/>
            <a:ext cx="721659" cy="2641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6F8FC">
                  <a:alpha val="0"/>
                </a:srgbClr>
              </a:gs>
              <a:gs pos="50000">
                <a:srgbClr val="FFFFFF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2E9E6FA-97A5-CD3D-08B3-0E383A763E6F}"/>
              </a:ext>
            </a:extLst>
          </p:cNvPr>
          <p:cNvSpPr/>
          <p:nvPr/>
        </p:nvSpPr>
        <p:spPr>
          <a:xfrm>
            <a:off x="4966446" y="3397250"/>
            <a:ext cx="2415988" cy="164988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AF65C47-F0A0-84B5-D9EF-6EBFA0B92B10}"/>
              </a:ext>
            </a:extLst>
          </p:cNvPr>
          <p:cNvSpPr/>
          <p:nvPr/>
        </p:nvSpPr>
        <p:spPr>
          <a:xfrm>
            <a:off x="5113818" y="3397250"/>
            <a:ext cx="2117725" cy="234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1035A3-F56B-F1C4-A395-BD93716C1CBC}"/>
              </a:ext>
            </a:extLst>
          </p:cNvPr>
          <p:cNvSpPr/>
          <p:nvPr/>
        </p:nvSpPr>
        <p:spPr>
          <a:xfrm>
            <a:off x="8078709" y="2227662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8C90DF-8F05-22A8-917D-9359AABCFF49}"/>
              </a:ext>
            </a:extLst>
          </p:cNvPr>
          <p:cNvSpPr/>
          <p:nvPr/>
        </p:nvSpPr>
        <p:spPr>
          <a:xfrm>
            <a:off x="8979640" y="2227662"/>
            <a:ext cx="721659" cy="2641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6F8FC">
                  <a:alpha val="0"/>
                </a:srgbClr>
              </a:gs>
              <a:gs pos="50000">
                <a:srgbClr val="FFFFFF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FD46714-04C6-1290-32D9-2B8D3D757880}"/>
              </a:ext>
            </a:extLst>
          </p:cNvPr>
          <p:cNvSpPr/>
          <p:nvPr/>
        </p:nvSpPr>
        <p:spPr>
          <a:xfrm>
            <a:off x="8132474" y="3397250"/>
            <a:ext cx="2415988" cy="164988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CAC4C1">
                  <a:alpha val="0"/>
                </a:srgbClr>
              </a:gs>
              <a:gs pos="100000">
                <a:srgbClr val="ABA5A1">
                  <a:alpha val="0"/>
                </a:srgbClr>
              </a:gs>
              <a:gs pos="50000">
                <a:srgbClr val="BCB6B3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89E1BD-1CC0-F90A-72C1-3833E37F9192}"/>
              </a:ext>
            </a:extLst>
          </p:cNvPr>
          <p:cNvSpPr/>
          <p:nvPr/>
        </p:nvSpPr>
        <p:spPr>
          <a:xfrm>
            <a:off x="8279846" y="3397250"/>
            <a:ext cx="2117725" cy="234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55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AF8EA-21AF-AAAC-B386-F6973B4D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3B4239-EF44-E5C9-160C-54F85AC73C0C}"/>
              </a:ext>
            </a:extLst>
          </p:cNvPr>
          <p:cNvGrpSpPr/>
          <p:nvPr/>
        </p:nvGrpSpPr>
        <p:grpSpPr>
          <a:xfrm>
            <a:off x="4912681" y="2227662"/>
            <a:ext cx="2520000" cy="2880000"/>
            <a:chOff x="4912681" y="2227662"/>
            <a:chExt cx="2520000" cy="2880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A750A5-F9A8-238E-49AA-3776636750B0}"/>
                </a:ext>
              </a:extLst>
            </p:cNvPr>
            <p:cNvSpPr/>
            <p:nvPr/>
          </p:nvSpPr>
          <p:spPr>
            <a:xfrm>
              <a:off x="4912681" y="222766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8DBAB6-B95E-E27F-7130-89DEA809C9D4}"/>
                </a:ext>
              </a:extLst>
            </p:cNvPr>
            <p:cNvSpPr/>
            <p:nvPr/>
          </p:nvSpPr>
          <p:spPr>
            <a:xfrm>
              <a:off x="5813612" y="2227662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11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09903-8A2D-5079-D5D9-DD97B74E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B43DF81-5CE6-29DD-D952-61E3AF4410F6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97731" y="2035674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BED712-A84D-A71B-3C4B-173B26A2DDBB}"/>
                </a:ext>
              </a:extLst>
            </p:cNvPr>
            <p:cNvSpPr/>
            <p:nvPr/>
          </p:nvSpPr>
          <p:spPr>
            <a:xfrm>
              <a:off x="19773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8B4F7E-6124-4EFF-3A63-FF8E35E6268A}"/>
                </a:ext>
              </a:extLst>
            </p:cNvPr>
            <p:cNvSpPr/>
            <p:nvPr/>
          </p:nvSpPr>
          <p:spPr>
            <a:xfrm>
              <a:off x="109866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75BC71F-41EB-F933-4A2A-945918618C7E}"/>
                </a:ext>
              </a:extLst>
            </p:cNvPr>
            <p:cNvSpPr/>
            <p:nvPr/>
          </p:nvSpPr>
          <p:spPr>
            <a:xfrm>
              <a:off x="301743" y="3205262"/>
              <a:ext cx="2343134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77D94">
                    <a:alpha val="0"/>
                  </a:srgbClr>
                </a:gs>
                <a:gs pos="100000">
                  <a:srgbClr val="E02A4E">
                    <a:alpha val="0"/>
                  </a:srgbClr>
                </a:gs>
                <a:gs pos="50000">
                  <a:srgbClr val="E45770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811AE8-8C31-A2D9-1528-9A3CD1370628}"/>
                </a:ext>
              </a:extLst>
            </p:cNvPr>
            <p:cNvSpPr/>
            <p:nvPr/>
          </p:nvSpPr>
          <p:spPr>
            <a:xfrm>
              <a:off x="452633" y="3205262"/>
              <a:ext cx="2036567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9769DC-DFC2-74E7-0AFE-47D215E9E654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9137BB-B2A5-729C-17D4-C07815B918B8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2E80FC-24B3-4CB3-9970-30C6EBBE4173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44D25-D0BC-3D36-0416-002EA622E4B3}"/>
                </a:ext>
              </a:extLst>
            </p:cNvPr>
            <p:cNvSpPr/>
            <p:nvPr/>
          </p:nvSpPr>
          <p:spPr>
            <a:xfrm>
              <a:off x="3307080" y="3205262"/>
              <a:ext cx="236728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79EF1">
                    <a:alpha val="0"/>
                  </a:srgbClr>
                </a:gs>
                <a:gs pos="100000">
                  <a:srgbClr val="2A54D7">
                    <a:alpha val="0"/>
                  </a:srgbClr>
                </a:gs>
                <a:gs pos="50000">
                  <a:srgbClr val="5378DE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F0211E-8CE1-5259-4FFC-C060A8D2C343}"/>
                </a:ext>
              </a:extLst>
            </p:cNvPr>
            <p:cNvSpPr/>
            <p:nvPr/>
          </p:nvSpPr>
          <p:spPr>
            <a:xfrm>
              <a:off x="3464559" y="3205262"/>
              <a:ext cx="2052321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A0C93F-49C4-2C8E-0E98-4FA3BBC44A22}"/>
              </a:ext>
            </a:extLst>
          </p:cNvPr>
          <p:cNvGrpSpPr/>
          <p:nvPr/>
        </p:nvGrpSpPr>
        <p:grpSpPr>
          <a:xfrm>
            <a:off x="6456874" y="2096206"/>
            <a:ext cx="2520000" cy="2880000"/>
            <a:chOff x="6456874" y="2096206"/>
            <a:chExt cx="2520000" cy="288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399500-7785-C904-0887-37EFD096FB34}"/>
                </a:ext>
              </a:extLst>
            </p:cNvPr>
            <p:cNvSpPr/>
            <p:nvPr/>
          </p:nvSpPr>
          <p:spPr>
            <a:xfrm>
              <a:off x="6456874" y="2096206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1D147E-5375-9197-6351-E55BA1977729}"/>
                </a:ext>
              </a:extLst>
            </p:cNvPr>
            <p:cNvSpPr/>
            <p:nvPr/>
          </p:nvSpPr>
          <p:spPr>
            <a:xfrm>
              <a:off x="7357805" y="2096206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8641BC-D4A9-1E2B-2E8F-BD852B93E8EC}"/>
                </a:ext>
              </a:extLst>
            </p:cNvPr>
            <p:cNvSpPr/>
            <p:nvPr/>
          </p:nvSpPr>
          <p:spPr>
            <a:xfrm>
              <a:off x="6522721" y="3265794"/>
              <a:ext cx="237744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8FF6A">
                    <a:alpha val="0"/>
                  </a:srgbClr>
                </a:gs>
                <a:gs pos="100000">
                  <a:srgbClr val="6ED93F">
                    <a:alpha val="0"/>
                  </a:srgbClr>
                </a:gs>
                <a:gs pos="50000">
                  <a:srgbClr val="83FA4D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EFDA841-F414-70AD-AAEF-688E4AFB23E4}"/>
                </a:ext>
              </a:extLst>
            </p:cNvPr>
            <p:cNvSpPr/>
            <p:nvPr/>
          </p:nvSpPr>
          <p:spPr>
            <a:xfrm>
              <a:off x="6675120" y="3265794"/>
              <a:ext cx="2082800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4E1B85-AA64-DC01-1FA1-349E379BFE5C}"/>
              </a:ext>
            </a:extLst>
          </p:cNvPr>
          <p:cNvGrpSpPr/>
          <p:nvPr/>
        </p:nvGrpSpPr>
        <p:grpSpPr>
          <a:xfrm>
            <a:off x="9420504" y="2060744"/>
            <a:ext cx="2520000" cy="2880000"/>
            <a:chOff x="9420504" y="2060744"/>
            <a:chExt cx="2520000" cy="2880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E3A966D-0132-4F09-E988-A7D7D3B1E0B1}"/>
                </a:ext>
              </a:extLst>
            </p:cNvPr>
            <p:cNvSpPr/>
            <p:nvPr/>
          </p:nvSpPr>
          <p:spPr>
            <a:xfrm>
              <a:off x="9420504" y="206074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084302-490E-6585-4452-9CE4A7A47406}"/>
                </a:ext>
              </a:extLst>
            </p:cNvPr>
            <p:cNvSpPr/>
            <p:nvPr/>
          </p:nvSpPr>
          <p:spPr>
            <a:xfrm>
              <a:off x="10321435" y="206074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3CFBC-E598-1882-EAC2-9D2016C2FFD6}"/>
                </a:ext>
              </a:extLst>
            </p:cNvPr>
            <p:cNvSpPr/>
            <p:nvPr/>
          </p:nvSpPr>
          <p:spPr>
            <a:xfrm>
              <a:off x="9496224" y="3230332"/>
              <a:ext cx="2345256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EEA69">
                    <a:alpha val="0"/>
                  </a:srgbClr>
                </a:gs>
                <a:gs pos="100000">
                  <a:srgbClr val="FBD61B">
                    <a:alpha val="0"/>
                  </a:srgbClr>
                </a:gs>
                <a:gs pos="50000">
                  <a:srgbClr val="FADD4C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2A8B31-DAF6-2DE1-8995-D15CA0129960}"/>
                </a:ext>
              </a:extLst>
            </p:cNvPr>
            <p:cNvSpPr/>
            <p:nvPr/>
          </p:nvSpPr>
          <p:spPr>
            <a:xfrm>
              <a:off x="9636760" y="3230332"/>
              <a:ext cx="2062480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84750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EB93D-2B96-3E39-1932-28E27AF9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2685D81-4335-D0ED-BE0E-4F0D1F238B06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97731" y="2035674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98A6FAC-FB5C-7E09-B7F7-85D9A9D9837B}"/>
                </a:ext>
              </a:extLst>
            </p:cNvPr>
            <p:cNvSpPr/>
            <p:nvPr/>
          </p:nvSpPr>
          <p:spPr>
            <a:xfrm>
              <a:off x="19773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84707F-CB24-57C6-6F59-128E2541F183}"/>
                </a:ext>
              </a:extLst>
            </p:cNvPr>
            <p:cNvSpPr/>
            <p:nvPr/>
          </p:nvSpPr>
          <p:spPr>
            <a:xfrm>
              <a:off x="109866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750ABF-3D34-84D7-A6F1-6772AD0B61C1}"/>
                </a:ext>
              </a:extLst>
            </p:cNvPr>
            <p:cNvSpPr/>
            <p:nvPr/>
          </p:nvSpPr>
          <p:spPr>
            <a:xfrm>
              <a:off x="289560" y="3205262"/>
              <a:ext cx="233680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A2D4">
                    <a:alpha val="0"/>
                  </a:srgbClr>
                </a:gs>
                <a:gs pos="100000">
                  <a:srgbClr val="FB6DB3">
                    <a:alpha val="0"/>
                  </a:srgbClr>
                </a:gs>
                <a:gs pos="50000">
                  <a:srgbClr val="FA85BF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CC3E164-FA72-7CEE-C975-353E6190E92F}"/>
                </a:ext>
              </a:extLst>
            </p:cNvPr>
            <p:cNvSpPr/>
            <p:nvPr/>
          </p:nvSpPr>
          <p:spPr>
            <a:xfrm>
              <a:off x="441960" y="3205262"/>
              <a:ext cx="2026919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F502F4-F45D-0E09-2E54-6CD738B20BC0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B3CE5F2-9254-DE55-A5E3-9BD2A4933B15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C3B6C6A-47BE-605F-16BC-2B5ED80E2E13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D86850-A307-1949-1414-CABB4BAFFF22}"/>
                </a:ext>
              </a:extLst>
            </p:cNvPr>
            <p:cNvSpPr/>
            <p:nvPr/>
          </p:nvSpPr>
          <p:spPr>
            <a:xfrm>
              <a:off x="3322320" y="3205262"/>
              <a:ext cx="235204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FDBFF">
                    <a:alpha val="0"/>
                  </a:srgbClr>
                </a:gs>
                <a:gs pos="100000">
                  <a:srgbClr val="41BDF6">
                    <a:alpha val="0"/>
                  </a:srgbClr>
                </a:gs>
                <a:gs pos="50000">
                  <a:srgbClr val="71CBF7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2D7030F-476B-3864-0277-33470DDC8FEA}"/>
                </a:ext>
              </a:extLst>
            </p:cNvPr>
            <p:cNvSpPr/>
            <p:nvPr/>
          </p:nvSpPr>
          <p:spPr>
            <a:xfrm>
              <a:off x="3469639" y="3205262"/>
              <a:ext cx="2052321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247222-B30E-D03B-620E-AE0494C44993}"/>
              </a:ext>
            </a:extLst>
          </p:cNvPr>
          <p:cNvGrpSpPr/>
          <p:nvPr/>
        </p:nvGrpSpPr>
        <p:grpSpPr>
          <a:xfrm>
            <a:off x="6658012" y="2035674"/>
            <a:ext cx="2520000" cy="2880000"/>
            <a:chOff x="6658012" y="2035674"/>
            <a:chExt cx="2520000" cy="28800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AEDC114-B58A-0B96-CAD3-50240EAB3BB7}"/>
                </a:ext>
              </a:extLst>
            </p:cNvPr>
            <p:cNvSpPr/>
            <p:nvPr/>
          </p:nvSpPr>
          <p:spPr>
            <a:xfrm>
              <a:off x="6658012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33448EC-BDAA-2BF2-6AE1-BE728424D1AA}"/>
                </a:ext>
              </a:extLst>
            </p:cNvPr>
            <p:cNvSpPr/>
            <p:nvPr/>
          </p:nvSpPr>
          <p:spPr>
            <a:xfrm>
              <a:off x="7558943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08F0F9-74E0-C663-F28B-3F6C7960B210}"/>
                </a:ext>
              </a:extLst>
            </p:cNvPr>
            <p:cNvSpPr/>
            <p:nvPr/>
          </p:nvSpPr>
          <p:spPr>
            <a:xfrm>
              <a:off x="6766560" y="3205262"/>
              <a:ext cx="231648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8A18A">
                    <a:alpha val="0"/>
                  </a:srgbClr>
                </a:gs>
                <a:gs pos="100000">
                  <a:srgbClr val="3F2A1D">
                    <a:alpha val="0"/>
                  </a:srgbClr>
                </a:gs>
                <a:gs pos="50000">
                  <a:srgbClr val="7A5A44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B377A13-DC84-465E-DE2E-B5234F8F99D9}"/>
                </a:ext>
              </a:extLst>
            </p:cNvPr>
            <p:cNvSpPr/>
            <p:nvPr/>
          </p:nvSpPr>
          <p:spPr>
            <a:xfrm>
              <a:off x="6908800" y="3205262"/>
              <a:ext cx="2032000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26503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1887D-CDE5-A099-A154-4F13E061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2A294C6-F12F-2487-E8F3-DA7325679E7A}"/>
              </a:ext>
            </a:extLst>
          </p:cNvPr>
          <p:cNvGrpSpPr/>
          <p:nvPr/>
        </p:nvGrpSpPr>
        <p:grpSpPr>
          <a:xfrm>
            <a:off x="197731" y="2035674"/>
            <a:ext cx="2520000" cy="2880000"/>
            <a:chOff x="197731" y="2035674"/>
            <a:chExt cx="2520000" cy="2880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BB1BCF-C47D-E805-4CD5-5BE4F65B2892}"/>
                </a:ext>
              </a:extLst>
            </p:cNvPr>
            <p:cNvSpPr/>
            <p:nvPr/>
          </p:nvSpPr>
          <p:spPr>
            <a:xfrm>
              <a:off x="19773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CF30CE4-1D4A-2EFB-945C-28AD3B3F00BA}"/>
                </a:ext>
              </a:extLst>
            </p:cNvPr>
            <p:cNvSpPr/>
            <p:nvPr/>
          </p:nvSpPr>
          <p:spPr>
            <a:xfrm>
              <a:off x="109866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CA10008-B698-3BA4-47CE-53AB09260ECD}"/>
                </a:ext>
              </a:extLst>
            </p:cNvPr>
            <p:cNvSpPr/>
            <p:nvPr/>
          </p:nvSpPr>
          <p:spPr>
            <a:xfrm>
              <a:off x="301742" y="3205262"/>
              <a:ext cx="232969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7A0D5">
                    <a:alpha val="0"/>
                  </a:srgbClr>
                </a:gs>
                <a:gs pos="100000">
                  <a:srgbClr val="9C5EB6">
                    <a:alpha val="0"/>
                  </a:srgbClr>
                </a:gs>
                <a:gs pos="50000">
                  <a:srgbClr val="AF7EC2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BD8F7DA-BC6D-971E-3413-C73A50C7D12E}"/>
                </a:ext>
              </a:extLst>
            </p:cNvPr>
            <p:cNvSpPr/>
            <p:nvPr/>
          </p:nvSpPr>
          <p:spPr>
            <a:xfrm>
              <a:off x="452633" y="3205262"/>
              <a:ext cx="2026407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593FB9-65D3-84B5-774C-E1AE13B3C4C8}"/>
              </a:ext>
            </a:extLst>
          </p:cNvPr>
          <p:cNvGrpSpPr/>
          <p:nvPr/>
        </p:nvGrpSpPr>
        <p:grpSpPr>
          <a:xfrm>
            <a:off x="3237081" y="2035674"/>
            <a:ext cx="2520000" cy="2880000"/>
            <a:chOff x="3237081" y="2035674"/>
            <a:chExt cx="2520000" cy="28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375076B-5F8D-F896-6CCD-A21E84AF2592}"/>
                </a:ext>
              </a:extLst>
            </p:cNvPr>
            <p:cNvSpPr/>
            <p:nvPr/>
          </p:nvSpPr>
          <p:spPr>
            <a:xfrm>
              <a:off x="323708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F159E79-6B5A-F9C1-9AD5-FCBE06A0FB0E}"/>
                </a:ext>
              </a:extLst>
            </p:cNvPr>
            <p:cNvSpPr/>
            <p:nvPr/>
          </p:nvSpPr>
          <p:spPr>
            <a:xfrm>
              <a:off x="413801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78EA8E-C95C-0EE3-CEB7-1DE4A95059B7}"/>
                </a:ext>
              </a:extLst>
            </p:cNvPr>
            <p:cNvSpPr/>
            <p:nvPr/>
          </p:nvSpPr>
          <p:spPr>
            <a:xfrm>
              <a:off x="3347720" y="3205262"/>
              <a:ext cx="232664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A45D">
                    <a:alpha val="0"/>
                  </a:srgbClr>
                </a:gs>
                <a:gs pos="100000">
                  <a:srgbClr val="FB6D18">
                    <a:alpha val="0"/>
                  </a:srgbClr>
                </a:gs>
                <a:gs pos="50000">
                  <a:srgbClr val="FA8740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6A7ABE4-E515-0B98-F7BF-203BDE8761D3}"/>
                </a:ext>
              </a:extLst>
            </p:cNvPr>
            <p:cNvSpPr/>
            <p:nvPr/>
          </p:nvSpPr>
          <p:spPr>
            <a:xfrm>
              <a:off x="3489960" y="3205262"/>
              <a:ext cx="2026920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5D8F74-1B7D-D26B-ABFA-A8B998DA89AE}"/>
              </a:ext>
            </a:extLst>
          </p:cNvPr>
          <p:cNvGrpSpPr/>
          <p:nvPr/>
        </p:nvGrpSpPr>
        <p:grpSpPr>
          <a:xfrm>
            <a:off x="9420504" y="2096206"/>
            <a:ext cx="2520000" cy="2880000"/>
            <a:chOff x="9420504" y="2096206"/>
            <a:chExt cx="2520000" cy="288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853BA5A-A062-3BE4-07C2-2602B553AD2E}"/>
                </a:ext>
              </a:extLst>
            </p:cNvPr>
            <p:cNvSpPr/>
            <p:nvPr/>
          </p:nvSpPr>
          <p:spPr>
            <a:xfrm>
              <a:off x="9420504" y="2096206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A66812D-A43F-C0F4-1A5B-A7DBD0518B88}"/>
                </a:ext>
              </a:extLst>
            </p:cNvPr>
            <p:cNvSpPr/>
            <p:nvPr/>
          </p:nvSpPr>
          <p:spPr>
            <a:xfrm>
              <a:off x="10321435" y="2096206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68EE55-E419-8BE1-6C8F-515B6D711B97}"/>
                </a:ext>
              </a:extLst>
            </p:cNvPr>
            <p:cNvSpPr/>
            <p:nvPr/>
          </p:nvSpPr>
          <p:spPr>
            <a:xfrm>
              <a:off x="9525000" y="3265794"/>
              <a:ext cx="2316480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B486">
                    <a:alpha val="0"/>
                  </a:srgbClr>
                </a:gs>
                <a:gs pos="100000">
                  <a:srgbClr val="13834D">
                    <a:alpha val="0"/>
                  </a:srgbClr>
                </a:gs>
                <a:gs pos="50000">
                  <a:srgbClr val="299B6B"/>
                </a:gs>
              </a:gsLst>
              <a:path path="circle">
                <a:fillToRect l="50000" t="50000" r="50000" b="50000"/>
              </a:path>
              <a:tileRect/>
            </a:gra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C05A2D-699B-3499-D3D1-542F7EDF9753}"/>
                </a:ext>
              </a:extLst>
            </p:cNvPr>
            <p:cNvSpPr/>
            <p:nvPr/>
          </p:nvSpPr>
          <p:spPr>
            <a:xfrm>
              <a:off x="9677400" y="3265794"/>
              <a:ext cx="2016760" cy="2349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EA06D54-639F-2484-B164-BE22445769CA}"/>
              </a:ext>
            </a:extLst>
          </p:cNvPr>
          <p:cNvGrpSpPr/>
          <p:nvPr/>
        </p:nvGrpSpPr>
        <p:grpSpPr>
          <a:xfrm>
            <a:off x="6434921" y="2035674"/>
            <a:ext cx="2520000" cy="2880000"/>
            <a:chOff x="6434921" y="2035674"/>
            <a:chExt cx="2520000" cy="2880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31B1FD-3630-69DD-5284-E8780D9C9757}"/>
                </a:ext>
              </a:extLst>
            </p:cNvPr>
            <p:cNvSpPr/>
            <p:nvPr/>
          </p:nvSpPr>
          <p:spPr>
            <a:xfrm>
              <a:off x="6434921" y="203567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A2FDF08-BFF7-BBD4-0828-B5B577231914}"/>
                </a:ext>
              </a:extLst>
            </p:cNvPr>
            <p:cNvSpPr/>
            <p:nvPr/>
          </p:nvSpPr>
          <p:spPr>
            <a:xfrm>
              <a:off x="7335852" y="2035674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90EFF7-A971-F50A-5E05-D326BD9D12C3}"/>
                </a:ext>
              </a:extLst>
            </p:cNvPr>
            <p:cNvSpPr/>
            <p:nvPr/>
          </p:nvSpPr>
          <p:spPr>
            <a:xfrm>
              <a:off x="6488686" y="3205262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AC4C1">
                    <a:alpha val="0"/>
                  </a:srgbClr>
                </a:gs>
                <a:gs pos="100000">
                  <a:srgbClr val="ABA5A1">
                    <a:alpha val="0"/>
                  </a:srgbClr>
                </a:gs>
                <a:gs pos="50000">
                  <a:srgbClr val="BCB6B3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7431020-B033-9B82-678B-ECE92FAD79AE}"/>
                </a:ext>
              </a:extLst>
            </p:cNvPr>
            <p:cNvSpPr/>
            <p:nvPr/>
          </p:nvSpPr>
          <p:spPr>
            <a:xfrm>
              <a:off x="6636058" y="3205262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86839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4DE7A-BDA4-7B89-1876-A5438655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2E0BA24-747C-B7D1-DB3E-AEB0E700F8B7}"/>
              </a:ext>
            </a:extLst>
          </p:cNvPr>
          <p:cNvSpPr/>
          <p:nvPr/>
        </p:nvSpPr>
        <p:spPr>
          <a:xfrm>
            <a:off x="4836000" y="2131240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04EF7-8891-3C38-20A7-838CC8B7DAF8}"/>
              </a:ext>
            </a:extLst>
          </p:cNvPr>
          <p:cNvSpPr/>
          <p:nvPr/>
        </p:nvSpPr>
        <p:spPr>
          <a:xfrm>
            <a:off x="5894070" y="1435510"/>
            <a:ext cx="403860" cy="2587850"/>
          </a:xfrm>
          <a:prstGeom prst="rect">
            <a:avLst/>
          </a:prstGeom>
          <a:gradFill>
            <a:gsLst>
              <a:gs pos="0">
                <a:srgbClr val="8FDBFF"/>
              </a:gs>
              <a:gs pos="50000">
                <a:srgbClr val="71CBF7"/>
              </a:gs>
              <a:gs pos="100000">
                <a:srgbClr val="41BDF6"/>
              </a:gs>
            </a:gsLst>
            <a:path path="circle">
              <a:fillToRect l="50000" t="50000" r="50000" b="50000"/>
            </a:path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3B588D-644F-BFA8-FFF9-67314D7FF9D1}"/>
              </a:ext>
            </a:extLst>
          </p:cNvPr>
          <p:cNvSpPr/>
          <p:nvPr/>
        </p:nvSpPr>
        <p:spPr>
          <a:xfrm>
            <a:off x="5735171" y="2127850"/>
            <a:ext cx="721659" cy="26416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DA38F88-44FD-8B16-E330-D11D18B92414}"/>
              </a:ext>
            </a:extLst>
          </p:cNvPr>
          <p:cNvSpPr/>
          <p:nvPr/>
        </p:nvSpPr>
        <p:spPr>
          <a:xfrm>
            <a:off x="4914900" y="3397250"/>
            <a:ext cx="2334207" cy="155575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gradFill>
            <a:gsLst>
              <a:gs pos="0">
                <a:srgbClr val="8FDBFF"/>
              </a:gs>
              <a:gs pos="50000">
                <a:srgbClr val="71CBF7"/>
              </a:gs>
              <a:gs pos="100000">
                <a:srgbClr val="41BDF6"/>
              </a:gs>
            </a:gsLst>
            <a:path path="circle">
              <a:fillToRect l="50000" t="50000" r="50000" b="50000"/>
            </a:path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59CC16-4626-16AF-4E13-AB19D0885166}"/>
              </a:ext>
            </a:extLst>
          </p:cNvPr>
          <p:cNvSpPr/>
          <p:nvPr/>
        </p:nvSpPr>
        <p:spPr>
          <a:xfrm>
            <a:off x="5052059" y="3397250"/>
            <a:ext cx="2047917" cy="26077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C3C613-907C-8BC1-A308-60AD26280309}"/>
              </a:ext>
            </a:extLst>
          </p:cNvPr>
          <p:cNvSpPr/>
          <p:nvPr/>
        </p:nvSpPr>
        <p:spPr>
          <a:xfrm>
            <a:off x="8054034" y="2131240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726BE3-63EE-131C-7091-48A14F099C20}"/>
              </a:ext>
            </a:extLst>
          </p:cNvPr>
          <p:cNvSpPr/>
          <p:nvPr/>
        </p:nvSpPr>
        <p:spPr>
          <a:xfrm>
            <a:off x="9112104" y="1435510"/>
            <a:ext cx="403860" cy="2587850"/>
          </a:xfrm>
          <a:prstGeom prst="rect">
            <a:avLst/>
          </a:prstGeom>
          <a:gradFill>
            <a:gsLst>
              <a:gs pos="0">
                <a:srgbClr val="B8A18A"/>
              </a:gs>
              <a:gs pos="50000">
                <a:srgbClr val="7A5A44"/>
              </a:gs>
              <a:gs pos="100000">
                <a:srgbClr val="3F2A1D"/>
              </a:gs>
            </a:gsLst>
            <a:path path="circle">
              <a:fillToRect l="50000" t="50000" r="50000" b="50000"/>
            </a:path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FA595A-15AE-F694-52F9-2A06DC34615C}"/>
              </a:ext>
            </a:extLst>
          </p:cNvPr>
          <p:cNvSpPr/>
          <p:nvPr/>
        </p:nvSpPr>
        <p:spPr>
          <a:xfrm>
            <a:off x="8953205" y="2127850"/>
            <a:ext cx="721659" cy="26416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589BAB-41B1-7B10-8770-82EF1F153A38}"/>
              </a:ext>
            </a:extLst>
          </p:cNvPr>
          <p:cNvSpPr/>
          <p:nvPr/>
        </p:nvSpPr>
        <p:spPr>
          <a:xfrm>
            <a:off x="8158046" y="3397250"/>
            <a:ext cx="2327074" cy="1555750"/>
          </a:xfrm>
          <a:custGeom>
            <a:avLst/>
            <a:gdLst>
              <a:gd name="csX0" fmla="*/ 1206234 w 2415988"/>
              <a:gd name="csY0" fmla="*/ 0 h 1649880"/>
              <a:gd name="csX1" fmla="*/ 2265097 w 2415988"/>
              <a:gd name="csY1" fmla="*/ 117475 h 1649880"/>
              <a:gd name="csX2" fmla="*/ 2270100 w 2415988"/>
              <a:gd name="csY2" fmla="*/ 117475 h 1649880"/>
              <a:gd name="csX3" fmla="*/ 2270190 w 2415988"/>
              <a:gd name="csY3" fmla="*/ 117602 h 1649880"/>
              <a:gd name="csX4" fmla="*/ 2415988 w 2415988"/>
              <a:gd name="csY4" fmla="*/ 612215 h 1649880"/>
              <a:gd name="csX5" fmla="*/ 1207994 w 2415988"/>
              <a:gd name="csY5" fmla="*/ 1649880 h 1649880"/>
              <a:gd name="csX6" fmla="*/ 0 w 2415988"/>
              <a:gd name="csY6" fmla="*/ 612215 h 1649880"/>
              <a:gd name="csX7" fmla="*/ 145799 w 2415988"/>
              <a:gd name="csY7" fmla="*/ 117602 h 1649880"/>
              <a:gd name="csX8" fmla="*/ 145888 w 2415988"/>
              <a:gd name="csY8" fmla="*/ 117475 h 1649880"/>
              <a:gd name="csX9" fmla="*/ 147371 w 2415988"/>
              <a:gd name="csY9" fmla="*/ 117475 h 1649880"/>
              <a:gd name="csX10" fmla="*/ 1206234 w 2415988"/>
              <a:gd name="csY10" fmla="*/ 0 h 1649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15988" h="1649880">
                <a:moveTo>
                  <a:pt x="1206234" y="0"/>
                </a:moveTo>
                <a:cubicBezTo>
                  <a:pt x="1791028" y="0"/>
                  <a:pt x="2265097" y="52595"/>
                  <a:pt x="2265097" y="117475"/>
                </a:cubicBezTo>
                <a:lnTo>
                  <a:pt x="2270100" y="117475"/>
                </a:lnTo>
                <a:lnTo>
                  <a:pt x="2270190" y="117602"/>
                </a:lnTo>
                <a:cubicBezTo>
                  <a:pt x="2363172" y="264632"/>
                  <a:pt x="2415988" y="433125"/>
                  <a:pt x="2415988" y="612215"/>
                </a:cubicBezTo>
                <a:cubicBezTo>
                  <a:pt x="2415988" y="1185302"/>
                  <a:pt x="1875151" y="1649880"/>
                  <a:pt x="1207994" y="1649880"/>
                </a:cubicBezTo>
                <a:cubicBezTo>
                  <a:pt x="540837" y="1649880"/>
                  <a:pt x="0" y="1185302"/>
                  <a:pt x="0" y="612215"/>
                </a:cubicBezTo>
                <a:cubicBezTo>
                  <a:pt x="0" y="433125"/>
                  <a:pt x="52816" y="264632"/>
                  <a:pt x="145799" y="117602"/>
                </a:cubicBezTo>
                <a:lnTo>
                  <a:pt x="145888" y="117475"/>
                </a:lnTo>
                <a:lnTo>
                  <a:pt x="147371" y="117475"/>
                </a:lnTo>
                <a:cubicBezTo>
                  <a:pt x="147371" y="52595"/>
                  <a:pt x="621440" y="0"/>
                  <a:pt x="1206234" y="0"/>
                </a:cubicBezTo>
                <a:close/>
              </a:path>
            </a:pathLst>
          </a:custGeom>
          <a:gradFill>
            <a:gsLst>
              <a:gs pos="0">
                <a:srgbClr val="B8A18A"/>
              </a:gs>
              <a:gs pos="50000">
                <a:srgbClr val="7A5A44"/>
              </a:gs>
              <a:gs pos="100000">
                <a:srgbClr val="3F2A1D"/>
              </a:gs>
            </a:gsLst>
            <a:path path="circle">
              <a:fillToRect l="50000" t="50000" r="50000" b="50000"/>
            </a:path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A3EDAA-F9F9-2F25-3304-C3535489ACF2}"/>
              </a:ext>
            </a:extLst>
          </p:cNvPr>
          <p:cNvSpPr/>
          <p:nvPr/>
        </p:nvSpPr>
        <p:spPr>
          <a:xfrm>
            <a:off x="8307177" y="3397250"/>
            <a:ext cx="2040782" cy="26077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418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6BE7B-D093-751D-1C55-C3FDE3C2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77D02D0-FB8F-9A02-D40F-5493C1752115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0C1947-B2FE-A16E-5E3E-026A8802A8D7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C3798A2-F6E2-A6ED-D567-8CDDA48570A6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779EF1"/>
                </a:gs>
                <a:gs pos="50000">
                  <a:srgbClr val="5378DE"/>
                </a:gs>
                <a:gs pos="100000">
                  <a:srgbClr val="2A54D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C3335E9-E62D-1B38-DAA6-4EA99F9335F6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B4765FE-E8AC-4613-DF87-F8BFF29FD417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779EF1"/>
                </a:gs>
                <a:gs pos="50000">
                  <a:srgbClr val="5378DE"/>
                </a:gs>
                <a:gs pos="100000">
                  <a:srgbClr val="2A54D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DBF641-98AD-212A-F207-BA8AA0A06FE4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F08121-0547-5841-9C25-D76876C72244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EA9E491-11EB-9769-59D9-8713E11F09F4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63FC3-A140-C044-6D99-80B474C16CC3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F77D94"/>
                </a:gs>
                <a:gs pos="50000">
                  <a:srgbClr val="E45770"/>
                </a:gs>
                <a:gs pos="100000">
                  <a:srgbClr val="E02A4E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076D16-E725-AD1F-0032-D55A0130F3DC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A7F0B8E-C719-37AA-4ED9-4D8D14C1A31B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77D94"/>
                </a:gs>
                <a:gs pos="50000">
                  <a:srgbClr val="E45770"/>
                </a:gs>
                <a:gs pos="100000">
                  <a:srgbClr val="E02A4E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6DD266-38AD-C191-B893-57770B71514D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AD7EEC-979B-4A36-AFAD-4548A483F19B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858936-8807-E3B4-2E85-5921F21CCBA9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8F30A1-7812-9927-FD7F-A88A3AD341D4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A8FF6A"/>
                </a:gs>
                <a:gs pos="50000">
                  <a:srgbClr val="83FA4D"/>
                </a:gs>
                <a:gs pos="100000">
                  <a:srgbClr val="6ED93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236271-5510-8166-E367-16994694B2B2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2A6F32-A298-C52A-FAE2-C4E29E4592E7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A8FF6A"/>
                </a:gs>
                <a:gs pos="50000">
                  <a:srgbClr val="83FA4D"/>
                </a:gs>
                <a:gs pos="100000">
                  <a:srgbClr val="6ED93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B21338-58D3-C072-F6D3-65EE541EF5FB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13540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DB526-63A8-2DC2-99C5-73DAED47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1769F1D-EEE0-04F5-BB2C-E94DB5C2CD8A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E577608-8025-70BD-4393-3EE7FD3A1F3E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CD89A4-94BB-5BB4-958A-EF7578BE8BC5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C7A0D5"/>
                </a:gs>
                <a:gs pos="50000">
                  <a:srgbClr val="AF7EC2"/>
                </a:gs>
                <a:gs pos="100000">
                  <a:srgbClr val="9C5EB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AE59CAE-4DEF-AA54-799E-40C181A6D037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39105CA-8412-BACD-F6F9-2F286722B16D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C7A0D5"/>
                </a:gs>
                <a:gs pos="50000">
                  <a:srgbClr val="AF7EC2"/>
                </a:gs>
                <a:gs pos="100000">
                  <a:srgbClr val="9C5EB6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ED732AD-6AC6-534B-8A7F-8E214F632BD8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F096B6-D2D7-8265-DBBA-EDF394B93354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0D78AE8-28BA-A65F-CC14-9DA1910C57A3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BA65B9-51A9-0360-3B4C-B3C90B5597AD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FEEA69"/>
                </a:gs>
                <a:gs pos="50000">
                  <a:srgbClr val="FADD4C"/>
                </a:gs>
                <a:gs pos="100000">
                  <a:srgbClr val="FBD61B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A65C16-5001-32D5-02BC-B093CA10401F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038C65-F7D5-0B5B-D125-94CBB8DE5F27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EEA69"/>
                </a:gs>
                <a:gs pos="50000">
                  <a:srgbClr val="FADD4C"/>
                </a:gs>
                <a:gs pos="100000">
                  <a:srgbClr val="FBD61B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25B54F-C92A-CDDE-D5E9-DB801EBFD2CF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B8E6DC-97CF-F399-328A-36B58C3300EB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7A05ACC-4A8F-66F7-A088-11BF57F4E90B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62D28-D532-A5B8-4C46-68D19F2B6B02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FFA45D"/>
                </a:gs>
                <a:gs pos="50000">
                  <a:srgbClr val="FA8740"/>
                </a:gs>
                <a:gs pos="100000">
                  <a:srgbClr val="FB6D18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0568EF-6D22-372C-8561-7AE6E765EC17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C6131E-3B96-6CFE-386C-0FA1810DEB6D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FFA45D"/>
                </a:gs>
                <a:gs pos="50000">
                  <a:srgbClr val="FA8740"/>
                </a:gs>
                <a:gs pos="100000">
                  <a:srgbClr val="FB6D18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E8C124-5FFE-49CD-C071-48DBD433557E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02226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0F152-7D99-B069-ED28-0F7F59B1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DCDF30-CF1F-C0AE-9DEE-77A8E83EABB5}"/>
              </a:ext>
            </a:extLst>
          </p:cNvPr>
          <p:cNvGrpSpPr/>
          <p:nvPr/>
        </p:nvGrpSpPr>
        <p:grpSpPr>
          <a:xfrm>
            <a:off x="4836000" y="1435510"/>
            <a:ext cx="2520000" cy="3575730"/>
            <a:chOff x="4836000" y="1435510"/>
            <a:chExt cx="2520000" cy="357573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4DC7B6A-2823-6D72-4779-70D2FD294B69}"/>
                </a:ext>
              </a:extLst>
            </p:cNvPr>
            <p:cNvSpPr/>
            <p:nvPr/>
          </p:nvSpPr>
          <p:spPr>
            <a:xfrm>
              <a:off x="483600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3C24043-AA67-C5D7-80E5-FC73C8F61E3F}"/>
                </a:ext>
              </a:extLst>
            </p:cNvPr>
            <p:cNvSpPr/>
            <p:nvPr/>
          </p:nvSpPr>
          <p:spPr>
            <a:xfrm>
              <a:off x="5894070" y="1435510"/>
              <a:ext cx="403860" cy="2587850"/>
            </a:xfrm>
            <a:prstGeom prst="rect">
              <a:avLst/>
            </a:prstGeom>
            <a:gradFill>
              <a:gsLst>
                <a:gs pos="0">
                  <a:srgbClr val="FFA2D4"/>
                </a:gs>
                <a:gs pos="50000">
                  <a:srgbClr val="FA85BF"/>
                </a:gs>
                <a:gs pos="100000">
                  <a:srgbClr val="FB6DB3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B5A22E-C95A-0B31-23C8-3380EA98BC85}"/>
                </a:ext>
              </a:extLst>
            </p:cNvPr>
            <p:cNvSpPr/>
            <p:nvPr/>
          </p:nvSpPr>
          <p:spPr>
            <a:xfrm>
              <a:off x="5735171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B5AFCAE-AB39-462A-2AB6-AEBAB0788A4F}"/>
                </a:ext>
              </a:extLst>
            </p:cNvPr>
            <p:cNvSpPr/>
            <p:nvPr/>
          </p:nvSpPr>
          <p:spPr>
            <a:xfrm>
              <a:off x="4888006" y="339725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FFA2D4"/>
                </a:gs>
                <a:gs pos="50000">
                  <a:srgbClr val="FA85BF"/>
                </a:gs>
                <a:gs pos="100000">
                  <a:srgbClr val="FB6DB3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9A47E1-518A-6217-BEB3-758E21DF3727}"/>
                </a:ext>
              </a:extLst>
            </p:cNvPr>
            <p:cNvSpPr/>
            <p:nvPr/>
          </p:nvSpPr>
          <p:spPr>
            <a:xfrm>
              <a:off x="5037138" y="339725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D40831-5F8B-C236-ECCC-EB2800D90B8A}"/>
              </a:ext>
            </a:extLst>
          </p:cNvPr>
          <p:cNvGrpSpPr/>
          <p:nvPr/>
        </p:nvGrpSpPr>
        <p:grpSpPr>
          <a:xfrm>
            <a:off x="549947" y="1501878"/>
            <a:ext cx="2520000" cy="3575730"/>
            <a:chOff x="549947" y="1501878"/>
            <a:chExt cx="2520000" cy="357573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4E350FC-4D92-077B-CF73-579BB72F9F9E}"/>
                </a:ext>
              </a:extLst>
            </p:cNvPr>
            <p:cNvSpPr/>
            <p:nvPr/>
          </p:nvSpPr>
          <p:spPr>
            <a:xfrm>
              <a:off x="549947" y="2197608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583532-42A9-289E-FC21-AE6061045585}"/>
                </a:ext>
              </a:extLst>
            </p:cNvPr>
            <p:cNvSpPr/>
            <p:nvPr/>
          </p:nvSpPr>
          <p:spPr>
            <a:xfrm>
              <a:off x="1608017" y="1501878"/>
              <a:ext cx="403860" cy="2587850"/>
            </a:xfrm>
            <a:prstGeom prst="rect">
              <a:avLst/>
            </a:prstGeom>
            <a:gradFill>
              <a:gsLst>
                <a:gs pos="0">
                  <a:srgbClr val="3BB486"/>
                </a:gs>
                <a:gs pos="50000">
                  <a:srgbClr val="299B6B"/>
                </a:gs>
                <a:gs pos="100000">
                  <a:srgbClr val="13834D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659643D-A91B-8538-82F2-7BA8F8742C3E}"/>
                </a:ext>
              </a:extLst>
            </p:cNvPr>
            <p:cNvSpPr/>
            <p:nvPr/>
          </p:nvSpPr>
          <p:spPr>
            <a:xfrm>
              <a:off x="1449118" y="219421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D596A9-8076-C138-9095-F895FD7DFD4A}"/>
                </a:ext>
              </a:extLst>
            </p:cNvPr>
            <p:cNvSpPr/>
            <p:nvPr/>
          </p:nvSpPr>
          <p:spPr>
            <a:xfrm>
              <a:off x="601953" y="3463618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B486"/>
                </a:gs>
                <a:gs pos="50000">
                  <a:srgbClr val="299B6B"/>
                </a:gs>
                <a:gs pos="100000">
                  <a:srgbClr val="13834D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D2F1C6-BFFE-CC15-F167-F94470334737}"/>
                </a:ext>
              </a:extLst>
            </p:cNvPr>
            <p:cNvSpPr/>
            <p:nvPr/>
          </p:nvSpPr>
          <p:spPr>
            <a:xfrm>
              <a:off x="751085" y="34636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9AF091-1129-F46D-AE43-78BE82A66C83}"/>
              </a:ext>
            </a:extLst>
          </p:cNvPr>
          <p:cNvGrpSpPr/>
          <p:nvPr/>
        </p:nvGrpSpPr>
        <p:grpSpPr>
          <a:xfrm>
            <a:off x="8761223" y="1377270"/>
            <a:ext cx="2520000" cy="3575730"/>
            <a:chOff x="8761223" y="1377270"/>
            <a:chExt cx="2520000" cy="357573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8CDA69D-A977-E0B0-B07B-AC6C6C05215A}"/>
                </a:ext>
              </a:extLst>
            </p:cNvPr>
            <p:cNvSpPr/>
            <p:nvPr/>
          </p:nvSpPr>
          <p:spPr>
            <a:xfrm>
              <a:off x="8761223" y="207300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92B4F8-8D8D-50DA-E078-03C754759F40}"/>
                </a:ext>
              </a:extLst>
            </p:cNvPr>
            <p:cNvSpPr/>
            <p:nvPr/>
          </p:nvSpPr>
          <p:spPr>
            <a:xfrm>
              <a:off x="9819293" y="1377270"/>
              <a:ext cx="403860" cy="2587850"/>
            </a:xfrm>
            <a:prstGeom prst="rect">
              <a:avLst/>
            </a:prstGeom>
            <a:gradFill>
              <a:gsLst>
                <a:gs pos="0">
                  <a:srgbClr val="CAC4C1"/>
                </a:gs>
                <a:gs pos="50000">
                  <a:srgbClr val="BCB6B3"/>
                </a:gs>
                <a:gs pos="100000">
                  <a:srgbClr val="ABA5A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F6532A-6A8A-13B7-92C5-0C14305F9E8F}"/>
                </a:ext>
              </a:extLst>
            </p:cNvPr>
            <p:cNvSpPr/>
            <p:nvPr/>
          </p:nvSpPr>
          <p:spPr>
            <a:xfrm>
              <a:off x="9660394" y="206961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69E12D-4AAB-4F18-2E73-4B65814EC816}"/>
                </a:ext>
              </a:extLst>
            </p:cNvPr>
            <p:cNvSpPr/>
            <p:nvPr/>
          </p:nvSpPr>
          <p:spPr>
            <a:xfrm>
              <a:off x="8813229" y="3339010"/>
              <a:ext cx="2415988" cy="155575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rgbClr val="CAC4C1"/>
                </a:gs>
                <a:gs pos="50000">
                  <a:srgbClr val="BCB6B3"/>
                </a:gs>
                <a:gs pos="100000">
                  <a:srgbClr val="ABA5A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65891E-07C8-E814-B246-6A19EC8E1AA3}"/>
                </a:ext>
              </a:extLst>
            </p:cNvPr>
            <p:cNvSpPr/>
            <p:nvPr/>
          </p:nvSpPr>
          <p:spPr>
            <a:xfrm>
              <a:off x="8962361" y="3339010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83994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D943A-A796-F952-91DB-280ECFDE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1A91FC-2771-6C77-5096-38F0311812D1}"/>
              </a:ext>
            </a:extLst>
          </p:cNvPr>
          <p:cNvSpPr/>
          <p:nvPr/>
        </p:nvSpPr>
        <p:spPr>
          <a:xfrm>
            <a:off x="3668160" y="2131240"/>
            <a:ext cx="2520000" cy="2880000"/>
          </a:xfrm>
          <a:custGeom>
            <a:avLst/>
            <a:gdLst>
              <a:gd name="csX0" fmla="*/ 1183677 w 2369574"/>
              <a:gd name="csY0" fmla="*/ 0 h 2924441"/>
              <a:gd name="csX1" fmla="*/ 1522926 w 2369574"/>
              <a:gd name="csY1" fmla="*/ 132080 h 2924441"/>
              <a:gd name="csX2" fmla="*/ 1525475 w 2369574"/>
              <a:gd name="csY2" fmla="*/ 132080 h 2924441"/>
              <a:gd name="csX3" fmla="*/ 1525475 w 2369574"/>
              <a:gd name="csY3" fmla="*/ 749497 h 2924441"/>
              <a:gd name="csX4" fmla="*/ 1537107 w 2369574"/>
              <a:gd name="csY4" fmla="*/ 752302 h 2924441"/>
              <a:gd name="csX5" fmla="*/ 2369574 w 2369574"/>
              <a:gd name="csY5" fmla="*/ 1813396 h 2924441"/>
              <a:gd name="csX6" fmla="*/ 1184787 w 2369574"/>
              <a:gd name="csY6" fmla="*/ 2924441 h 2924441"/>
              <a:gd name="csX7" fmla="*/ 0 w 2369574"/>
              <a:gd name="csY7" fmla="*/ 1813396 h 2924441"/>
              <a:gd name="csX8" fmla="*/ 832467 w 2369574"/>
              <a:gd name="csY8" fmla="*/ 752302 h 2924441"/>
              <a:gd name="csX9" fmla="*/ 844100 w 2369574"/>
              <a:gd name="csY9" fmla="*/ 749497 h 2924441"/>
              <a:gd name="csX10" fmla="*/ 844100 w 2369574"/>
              <a:gd name="csY10" fmla="*/ 132080 h 2924441"/>
              <a:gd name="csX11" fmla="*/ 844428 w 2369574"/>
              <a:gd name="csY11" fmla="*/ 132080 h 2924441"/>
              <a:gd name="csX12" fmla="*/ 1183677 w 2369574"/>
              <a:gd name="csY12" fmla="*/ 0 h 2924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369574" h="2924441">
                <a:moveTo>
                  <a:pt x="1183677" y="0"/>
                </a:moveTo>
                <a:cubicBezTo>
                  <a:pt x="1371039" y="0"/>
                  <a:pt x="1522926" y="59134"/>
                  <a:pt x="1522926" y="132080"/>
                </a:cubicBezTo>
                <a:lnTo>
                  <a:pt x="1525475" y="132080"/>
                </a:lnTo>
                <a:lnTo>
                  <a:pt x="1525475" y="749497"/>
                </a:lnTo>
                <a:lnTo>
                  <a:pt x="1537107" y="752302"/>
                </a:lnTo>
                <a:cubicBezTo>
                  <a:pt x="2019396" y="892973"/>
                  <a:pt x="2369574" y="1314836"/>
                  <a:pt x="2369574" y="1813396"/>
                </a:cubicBezTo>
                <a:cubicBezTo>
                  <a:pt x="2369574" y="2427009"/>
                  <a:pt x="1839127" y="2924441"/>
                  <a:pt x="1184787" y="2924441"/>
                </a:cubicBezTo>
                <a:cubicBezTo>
                  <a:pt x="530447" y="2924441"/>
                  <a:pt x="0" y="2427009"/>
                  <a:pt x="0" y="1813396"/>
                </a:cubicBezTo>
                <a:cubicBezTo>
                  <a:pt x="0" y="1314836"/>
                  <a:pt x="350178" y="892973"/>
                  <a:pt x="832467" y="752302"/>
                </a:cubicBezTo>
                <a:lnTo>
                  <a:pt x="844100" y="749497"/>
                </a:lnTo>
                <a:lnTo>
                  <a:pt x="844100" y="132080"/>
                </a:lnTo>
                <a:lnTo>
                  <a:pt x="844428" y="132080"/>
                </a:lnTo>
                <a:cubicBezTo>
                  <a:pt x="844428" y="59134"/>
                  <a:pt x="996315" y="0"/>
                  <a:pt x="11836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27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BEC22C5-C5CD-1131-3401-745F3E943FCA}"/>
              </a:ext>
            </a:extLst>
          </p:cNvPr>
          <p:cNvSpPr/>
          <p:nvPr/>
        </p:nvSpPr>
        <p:spPr>
          <a:xfrm>
            <a:off x="3739916" y="2131239"/>
            <a:ext cx="1349442" cy="2817000"/>
          </a:xfrm>
          <a:custGeom>
            <a:avLst/>
            <a:gdLst>
              <a:gd name="csX0" fmla="*/ 1188243 w 1349442"/>
              <a:gd name="csY0" fmla="*/ 0 h 2817000"/>
              <a:gd name="csX1" fmla="*/ 1223317 w 1349442"/>
              <a:gd name="csY1" fmla="*/ 2592 h 2817000"/>
              <a:gd name="csX2" fmla="*/ 1225578 w 1349442"/>
              <a:gd name="csY2" fmla="*/ 0 h 2817000"/>
              <a:gd name="csX3" fmla="*/ 1349442 w 1349442"/>
              <a:gd name="csY3" fmla="*/ 1408500 h 2817000"/>
              <a:gd name="csX4" fmla="*/ 1225578 w 1349442"/>
              <a:gd name="csY4" fmla="*/ 2817000 h 2817000"/>
              <a:gd name="csX5" fmla="*/ 1224200 w 1349442"/>
              <a:gd name="csY5" fmla="*/ 2815421 h 2817000"/>
              <a:gd name="csX6" fmla="*/ 1188243 w 1349442"/>
              <a:gd name="csY6" fmla="*/ 2816999 h 2817000"/>
              <a:gd name="csX7" fmla="*/ 0 w 1349442"/>
              <a:gd name="csY7" fmla="*/ 1783536 h 2817000"/>
              <a:gd name="csX8" fmla="*/ 725725 w 1349442"/>
              <a:gd name="csY8" fmla="*/ 831288 h 2817000"/>
              <a:gd name="csX9" fmla="*/ 893996 w 1349442"/>
              <a:gd name="csY9" fmla="*/ 785858 h 2817000"/>
              <a:gd name="csX10" fmla="*/ 893996 w 1349442"/>
              <a:gd name="csY10" fmla="*/ 88084 h 2817000"/>
              <a:gd name="csX11" fmla="*/ 895634 w 1349442"/>
              <a:gd name="csY11" fmla="*/ 88084 h 2817000"/>
              <a:gd name="csX12" fmla="*/ 895634 w 1349442"/>
              <a:gd name="csY12" fmla="*/ 55306 h 2817000"/>
              <a:gd name="csX13" fmla="*/ 933098 w 1349442"/>
              <a:gd name="csY13" fmla="*/ 38685 h 2817000"/>
              <a:gd name="csX14" fmla="*/ 1188243 w 1349442"/>
              <a:gd name="csY14" fmla="*/ 0 h 2817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349442" h="2817000">
                <a:moveTo>
                  <a:pt x="1188243" y="0"/>
                </a:moveTo>
                <a:lnTo>
                  <a:pt x="1223317" y="2592"/>
                </a:lnTo>
                <a:lnTo>
                  <a:pt x="1225578" y="0"/>
                </a:lnTo>
                <a:cubicBezTo>
                  <a:pt x="1293986" y="0"/>
                  <a:pt x="1349442" y="630607"/>
                  <a:pt x="1349442" y="1408500"/>
                </a:cubicBezTo>
                <a:cubicBezTo>
                  <a:pt x="1349442" y="2186393"/>
                  <a:pt x="1293986" y="2817000"/>
                  <a:pt x="1225578" y="2817000"/>
                </a:cubicBezTo>
                <a:lnTo>
                  <a:pt x="1224200" y="2815421"/>
                </a:lnTo>
                <a:lnTo>
                  <a:pt x="1188243" y="2816999"/>
                </a:lnTo>
                <a:cubicBezTo>
                  <a:pt x="531995" y="2816999"/>
                  <a:pt x="0" y="2354302"/>
                  <a:pt x="0" y="1783536"/>
                </a:cubicBezTo>
                <a:cubicBezTo>
                  <a:pt x="0" y="1355462"/>
                  <a:pt x="299247" y="988176"/>
                  <a:pt x="725725" y="831288"/>
                </a:cubicBezTo>
                <a:lnTo>
                  <a:pt x="893996" y="785858"/>
                </a:lnTo>
                <a:lnTo>
                  <a:pt x="893996" y="88084"/>
                </a:lnTo>
                <a:lnTo>
                  <a:pt x="895634" y="88084"/>
                </a:lnTo>
                <a:lnTo>
                  <a:pt x="895634" y="55306"/>
                </a:lnTo>
                <a:lnTo>
                  <a:pt x="933098" y="38685"/>
                </a:lnTo>
                <a:cubicBezTo>
                  <a:pt x="998395" y="14784"/>
                  <a:pt x="1088603" y="0"/>
                  <a:pt x="1188243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A6CE51-8A17-2223-DDB4-2D059CD14E8B}"/>
              </a:ext>
            </a:extLst>
          </p:cNvPr>
          <p:cNvSpPr/>
          <p:nvPr/>
        </p:nvSpPr>
        <p:spPr>
          <a:xfrm>
            <a:off x="4841631" y="2129545"/>
            <a:ext cx="247727" cy="281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779E8A-6ED0-2658-3DDD-CC5B71085527}"/>
              </a:ext>
            </a:extLst>
          </p:cNvPr>
          <p:cNvSpPr/>
          <p:nvPr/>
        </p:nvSpPr>
        <p:spPr>
          <a:xfrm>
            <a:off x="4567330" y="2127850"/>
            <a:ext cx="721659" cy="26416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6193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FFC15-6AA3-85E7-2CC8-7F9FDAC6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3D020A-F6F3-6F36-A9CD-3DB9C27ED421}"/>
              </a:ext>
            </a:extLst>
          </p:cNvPr>
          <p:cNvGrpSpPr/>
          <p:nvPr/>
        </p:nvGrpSpPr>
        <p:grpSpPr>
          <a:xfrm rot="13500000">
            <a:off x="3668160" y="2127850"/>
            <a:ext cx="2520000" cy="2883390"/>
            <a:chOff x="3668160" y="2127850"/>
            <a:chExt cx="2520000" cy="288339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10E4D72-EE25-4454-007F-B2EED6B2206C}"/>
                </a:ext>
              </a:extLst>
            </p:cNvPr>
            <p:cNvSpPr/>
            <p:nvPr/>
          </p:nvSpPr>
          <p:spPr>
            <a:xfrm>
              <a:off x="3668160" y="213124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BAD689-8A95-6500-CBBB-86EDF38B6C8F}"/>
                </a:ext>
              </a:extLst>
            </p:cNvPr>
            <p:cNvSpPr/>
            <p:nvPr/>
          </p:nvSpPr>
          <p:spPr>
            <a:xfrm>
              <a:off x="3739916" y="2131239"/>
              <a:ext cx="1349442" cy="2817000"/>
            </a:xfrm>
            <a:custGeom>
              <a:avLst/>
              <a:gdLst>
                <a:gd name="csX0" fmla="*/ 1188243 w 1349442"/>
                <a:gd name="csY0" fmla="*/ 0 h 2817000"/>
                <a:gd name="csX1" fmla="*/ 1223317 w 1349442"/>
                <a:gd name="csY1" fmla="*/ 2592 h 2817000"/>
                <a:gd name="csX2" fmla="*/ 1225578 w 1349442"/>
                <a:gd name="csY2" fmla="*/ 0 h 2817000"/>
                <a:gd name="csX3" fmla="*/ 1349442 w 1349442"/>
                <a:gd name="csY3" fmla="*/ 1408500 h 2817000"/>
                <a:gd name="csX4" fmla="*/ 1225578 w 1349442"/>
                <a:gd name="csY4" fmla="*/ 2817000 h 2817000"/>
                <a:gd name="csX5" fmla="*/ 1224200 w 1349442"/>
                <a:gd name="csY5" fmla="*/ 2815421 h 2817000"/>
                <a:gd name="csX6" fmla="*/ 1188243 w 1349442"/>
                <a:gd name="csY6" fmla="*/ 2816999 h 2817000"/>
                <a:gd name="csX7" fmla="*/ 0 w 1349442"/>
                <a:gd name="csY7" fmla="*/ 1783536 h 2817000"/>
                <a:gd name="csX8" fmla="*/ 725725 w 1349442"/>
                <a:gd name="csY8" fmla="*/ 831288 h 2817000"/>
                <a:gd name="csX9" fmla="*/ 893996 w 1349442"/>
                <a:gd name="csY9" fmla="*/ 785858 h 2817000"/>
                <a:gd name="csX10" fmla="*/ 893996 w 1349442"/>
                <a:gd name="csY10" fmla="*/ 88084 h 2817000"/>
                <a:gd name="csX11" fmla="*/ 895634 w 1349442"/>
                <a:gd name="csY11" fmla="*/ 88084 h 2817000"/>
                <a:gd name="csX12" fmla="*/ 895634 w 1349442"/>
                <a:gd name="csY12" fmla="*/ 55306 h 2817000"/>
                <a:gd name="csX13" fmla="*/ 933098 w 1349442"/>
                <a:gd name="csY13" fmla="*/ 38685 h 2817000"/>
                <a:gd name="csX14" fmla="*/ 1188243 w 1349442"/>
                <a:gd name="csY14" fmla="*/ 0 h 2817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49442" h="2817000">
                  <a:moveTo>
                    <a:pt x="1188243" y="0"/>
                  </a:moveTo>
                  <a:lnTo>
                    <a:pt x="1223317" y="2592"/>
                  </a:lnTo>
                  <a:lnTo>
                    <a:pt x="1225578" y="0"/>
                  </a:lnTo>
                  <a:cubicBezTo>
                    <a:pt x="1293986" y="0"/>
                    <a:pt x="1349442" y="630607"/>
                    <a:pt x="1349442" y="1408500"/>
                  </a:cubicBezTo>
                  <a:cubicBezTo>
                    <a:pt x="1349442" y="2186393"/>
                    <a:pt x="1293986" y="2817000"/>
                    <a:pt x="1225578" y="2817000"/>
                  </a:cubicBezTo>
                  <a:lnTo>
                    <a:pt x="1224200" y="2815421"/>
                  </a:lnTo>
                  <a:lnTo>
                    <a:pt x="1188243" y="2816999"/>
                  </a:lnTo>
                  <a:cubicBezTo>
                    <a:pt x="531995" y="2816999"/>
                    <a:pt x="0" y="2354302"/>
                    <a:pt x="0" y="1783536"/>
                  </a:cubicBezTo>
                  <a:cubicBezTo>
                    <a:pt x="0" y="1355462"/>
                    <a:pt x="299247" y="988176"/>
                    <a:pt x="725725" y="831288"/>
                  </a:cubicBezTo>
                  <a:lnTo>
                    <a:pt x="893996" y="785858"/>
                  </a:lnTo>
                  <a:lnTo>
                    <a:pt x="893996" y="88084"/>
                  </a:lnTo>
                  <a:lnTo>
                    <a:pt x="895634" y="88084"/>
                  </a:lnTo>
                  <a:lnTo>
                    <a:pt x="895634" y="55306"/>
                  </a:lnTo>
                  <a:lnTo>
                    <a:pt x="933098" y="38685"/>
                  </a:lnTo>
                  <a:cubicBezTo>
                    <a:pt x="998395" y="14784"/>
                    <a:pt x="1088603" y="0"/>
                    <a:pt x="118824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85FCC76-CA16-C169-6024-020A56C848F2}"/>
                </a:ext>
              </a:extLst>
            </p:cNvPr>
            <p:cNvSpPr/>
            <p:nvPr/>
          </p:nvSpPr>
          <p:spPr>
            <a:xfrm>
              <a:off x="4841631" y="2129545"/>
              <a:ext cx="247727" cy="28169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D9FFB6E-3D22-825E-F786-33E6B2F4B728}"/>
                </a:ext>
              </a:extLst>
            </p:cNvPr>
            <p:cNvSpPr/>
            <p:nvPr/>
          </p:nvSpPr>
          <p:spPr>
            <a:xfrm>
              <a:off x="4567330" y="21278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79804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C45C2-D44F-4365-A022-0D00AF81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12CC446-E4D7-F017-70D9-21B699088A46}"/>
              </a:ext>
            </a:extLst>
          </p:cNvPr>
          <p:cNvGrpSpPr/>
          <p:nvPr/>
        </p:nvGrpSpPr>
        <p:grpSpPr>
          <a:xfrm>
            <a:off x="8505837" y="2372670"/>
            <a:ext cx="2883391" cy="3162136"/>
            <a:chOff x="7289730" y="2309546"/>
            <a:chExt cx="2883391" cy="3162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8C8194-597F-807E-701B-90FF425F2B9C}"/>
                </a:ext>
              </a:extLst>
            </p:cNvPr>
            <p:cNvSpPr/>
            <p:nvPr/>
          </p:nvSpPr>
          <p:spPr>
            <a:xfrm>
              <a:off x="7681445" y="4555958"/>
              <a:ext cx="280737" cy="9157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FD58A-1C96-A881-2591-B78B6CD6D856}"/>
                </a:ext>
              </a:extLst>
            </p:cNvPr>
            <p:cNvGrpSpPr/>
            <p:nvPr/>
          </p:nvGrpSpPr>
          <p:grpSpPr>
            <a:xfrm rot="13500000">
              <a:off x="7471426" y="2127850"/>
              <a:ext cx="2520000" cy="2883391"/>
              <a:chOff x="3668160" y="2127850"/>
              <a:chExt cx="2520000" cy="288339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1327087-8366-8C0D-1730-7A3ADD6383B7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EAB8209-D9FE-F2C2-BC01-6F86E9D55314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9E131AD-F52C-D9C1-165E-7EECD1DB9C58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4503D8-B4C1-303E-59B0-68FE6D749DA2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1023C2-1D9D-D8CE-A4E6-0CF276C0E103}"/>
              </a:ext>
            </a:extLst>
          </p:cNvPr>
          <p:cNvGrpSpPr/>
          <p:nvPr/>
        </p:nvGrpSpPr>
        <p:grpSpPr>
          <a:xfrm>
            <a:off x="2669526" y="2269020"/>
            <a:ext cx="3466156" cy="2549624"/>
            <a:chOff x="2669526" y="2269020"/>
            <a:chExt cx="3466156" cy="2549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254BE-9703-EB97-D8A4-296697EFE1B0}"/>
                </a:ext>
              </a:extLst>
            </p:cNvPr>
            <p:cNvSpPr/>
            <p:nvPr/>
          </p:nvSpPr>
          <p:spPr>
            <a:xfrm rot="13500000">
              <a:off x="3031275" y="208902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3E6955-279E-12E5-9BC5-0AEE6D31F351}"/>
                </a:ext>
              </a:extLst>
            </p:cNvPr>
            <p:cNvSpPr/>
            <p:nvPr/>
          </p:nvSpPr>
          <p:spPr>
            <a:xfrm rot="13500000">
              <a:off x="3727883" y="2410845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B8A18A">
                    <a:alpha val="0"/>
                  </a:srgbClr>
                </a:gs>
                <a:gs pos="100000">
                  <a:srgbClr val="3F2A1D">
                    <a:alpha val="0"/>
                  </a:srgbClr>
                </a:gs>
                <a:gs pos="50000">
                  <a:srgbClr val="7A5A44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5AE57C-D538-7071-7BBC-1DE0FD91C01C}"/>
                </a:ext>
              </a:extLst>
            </p:cNvPr>
            <p:cNvSpPr/>
            <p:nvPr/>
          </p:nvSpPr>
          <p:spPr>
            <a:xfrm rot="13500000">
              <a:off x="4117538" y="2117593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94DDE8-7134-9436-AABC-8CDFD195E3E5}"/>
                </a:ext>
              </a:extLst>
            </p:cNvPr>
            <p:cNvSpPr/>
            <p:nvPr/>
          </p:nvSpPr>
          <p:spPr>
            <a:xfrm rot="13500000">
              <a:off x="3003209" y="4324177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43519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81424-CA20-5CA0-B8E9-0AB3E994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361A8B-13B6-342C-0D12-35255F13A9E2}"/>
              </a:ext>
            </a:extLst>
          </p:cNvPr>
          <p:cNvGrpSpPr/>
          <p:nvPr/>
        </p:nvGrpSpPr>
        <p:grpSpPr>
          <a:xfrm>
            <a:off x="505417" y="2200192"/>
            <a:ext cx="3466156" cy="2549624"/>
            <a:chOff x="505417" y="2200192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1CDD8D7-330D-4BD6-97EF-DFF24450BC85}"/>
                </a:ext>
              </a:extLst>
            </p:cNvPr>
            <p:cNvSpPr/>
            <p:nvPr/>
          </p:nvSpPr>
          <p:spPr>
            <a:xfrm rot="13500000">
              <a:off x="867166" y="202019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ADB066-999C-7A9F-606F-62E5F0E0D230}"/>
                </a:ext>
              </a:extLst>
            </p:cNvPr>
            <p:cNvSpPr/>
            <p:nvPr/>
          </p:nvSpPr>
          <p:spPr>
            <a:xfrm rot="13500000">
              <a:off x="1563774" y="2342017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77D94">
                    <a:alpha val="0"/>
                  </a:srgbClr>
                </a:gs>
                <a:gs pos="100000">
                  <a:srgbClr val="E02A4E">
                    <a:alpha val="0"/>
                  </a:srgbClr>
                </a:gs>
                <a:gs pos="50000">
                  <a:srgbClr val="E45770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C2748DE-8105-DE6B-80C7-F1DC12A35CE3}"/>
                </a:ext>
              </a:extLst>
            </p:cNvPr>
            <p:cNvSpPr/>
            <p:nvPr/>
          </p:nvSpPr>
          <p:spPr>
            <a:xfrm rot="13500000">
              <a:off x="1953429" y="2048765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618253D-A22E-5D03-CB1C-00159BE69707}"/>
                </a:ext>
              </a:extLst>
            </p:cNvPr>
            <p:cNvSpPr/>
            <p:nvPr/>
          </p:nvSpPr>
          <p:spPr>
            <a:xfrm rot="13500000">
              <a:off x="839100" y="4255349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0F42125-531E-7365-567B-709DB760396D}"/>
              </a:ext>
            </a:extLst>
          </p:cNvPr>
          <p:cNvGrpSpPr/>
          <p:nvPr/>
        </p:nvGrpSpPr>
        <p:grpSpPr>
          <a:xfrm>
            <a:off x="4052919" y="2200193"/>
            <a:ext cx="3466156" cy="2549624"/>
            <a:chOff x="4052919" y="2200193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9E39B0-93C9-DCDE-0287-EF77985633F1}"/>
                </a:ext>
              </a:extLst>
            </p:cNvPr>
            <p:cNvSpPr/>
            <p:nvPr/>
          </p:nvSpPr>
          <p:spPr>
            <a:xfrm rot="13500000">
              <a:off x="4414668" y="2020193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0760BA-FBBB-6111-6FA9-20D92BC47E24}"/>
                </a:ext>
              </a:extLst>
            </p:cNvPr>
            <p:cNvSpPr/>
            <p:nvPr/>
          </p:nvSpPr>
          <p:spPr>
            <a:xfrm rot="13500000">
              <a:off x="5111276" y="2342018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779EF1">
                    <a:alpha val="0"/>
                  </a:srgbClr>
                </a:gs>
                <a:gs pos="100000">
                  <a:srgbClr val="2A54D7">
                    <a:alpha val="0"/>
                  </a:srgbClr>
                </a:gs>
                <a:gs pos="50000">
                  <a:srgbClr val="5378DE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50F1B08-2D13-D563-60CC-1ACCDCBC294A}"/>
                </a:ext>
              </a:extLst>
            </p:cNvPr>
            <p:cNvSpPr/>
            <p:nvPr/>
          </p:nvSpPr>
          <p:spPr>
            <a:xfrm rot="13500000">
              <a:off x="5500931" y="2048766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73771C5-55DA-A5C6-EA1E-084EF4CB82EF}"/>
                </a:ext>
              </a:extLst>
            </p:cNvPr>
            <p:cNvSpPr/>
            <p:nvPr/>
          </p:nvSpPr>
          <p:spPr>
            <a:xfrm rot="13500000">
              <a:off x="4386602" y="42553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5CB098A-0D41-AC95-FC52-0164C4FD88CC}"/>
              </a:ext>
            </a:extLst>
          </p:cNvPr>
          <p:cNvGrpSpPr/>
          <p:nvPr/>
        </p:nvGrpSpPr>
        <p:grpSpPr>
          <a:xfrm>
            <a:off x="7802581" y="2200194"/>
            <a:ext cx="3466156" cy="2549624"/>
            <a:chOff x="7802581" y="2200194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DE5DEE7-7287-9611-36DB-75347AC006CC}"/>
                </a:ext>
              </a:extLst>
            </p:cNvPr>
            <p:cNvSpPr/>
            <p:nvPr/>
          </p:nvSpPr>
          <p:spPr>
            <a:xfrm rot="13500000">
              <a:off x="8164330" y="202019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358251-A946-A741-5335-A723DF437239}"/>
                </a:ext>
              </a:extLst>
            </p:cNvPr>
            <p:cNvSpPr/>
            <p:nvPr/>
          </p:nvSpPr>
          <p:spPr>
            <a:xfrm rot="13500000">
              <a:off x="8860938" y="2342019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A8FF6A">
                    <a:alpha val="0"/>
                  </a:srgbClr>
                </a:gs>
                <a:gs pos="100000">
                  <a:srgbClr val="6ED93F">
                    <a:alpha val="0"/>
                  </a:srgbClr>
                </a:gs>
                <a:gs pos="50000">
                  <a:srgbClr val="83FA4D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1D3A6CF-C416-DEF3-3D7B-BB0AF6E1614D}"/>
                </a:ext>
              </a:extLst>
            </p:cNvPr>
            <p:cNvSpPr/>
            <p:nvPr/>
          </p:nvSpPr>
          <p:spPr>
            <a:xfrm rot="13500000">
              <a:off x="9250593" y="2048767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9A8783-9DC5-DEFF-4647-85F36DDDD399}"/>
                </a:ext>
              </a:extLst>
            </p:cNvPr>
            <p:cNvSpPr/>
            <p:nvPr/>
          </p:nvSpPr>
          <p:spPr>
            <a:xfrm rot="13500000">
              <a:off x="8136264" y="4255351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819140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68ED9-3FBB-BF77-7C94-C1DF52FA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CA358C-523F-E85A-FFB5-33E464CAA66E}"/>
              </a:ext>
            </a:extLst>
          </p:cNvPr>
          <p:cNvGrpSpPr/>
          <p:nvPr/>
        </p:nvGrpSpPr>
        <p:grpSpPr>
          <a:xfrm>
            <a:off x="505417" y="2200192"/>
            <a:ext cx="3466156" cy="2549624"/>
            <a:chOff x="505417" y="2200192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4B207E-48F8-D492-266E-5DEC0A7CF633}"/>
                </a:ext>
              </a:extLst>
            </p:cNvPr>
            <p:cNvSpPr/>
            <p:nvPr/>
          </p:nvSpPr>
          <p:spPr>
            <a:xfrm rot="13500000">
              <a:off x="867166" y="2020192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FC27890-A636-325A-9B5A-A095EC0B186A}"/>
                </a:ext>
              </a:extLst>
            </p:cNvPr>
            <p:cNvSpPr/>
            <p:nvPr/>
          </p:nvSpPr>
          <p:spPr>
            <a:xfrm rot="13500000">
              <a:off x="1563774" y="2342017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EEA69">
                    <a:alpha val="0"/>
                  </a:srgbClr>
                </a:gs>
                <a:gs pos="100000">
                  <a:srgbClr val="FBD61B">
                    <a:alpha val="0"/>
                  </a:srgbClr>
                </a:gs>
                <a:gs pos="50000">
                  <a:srgbClr val="FADD4C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DF35C4D-4EB5-0453-CCC8-B1750140BE1E}"/>
                </a:ext>
              </a:extLst>
            </p:cNvPr>
            <p:cNvSpPr/>
            <p:nvPr/>
          </p:nvSpPr>
          <p:spPr>
            <a:xfrm rot="13500000">
              <a:off x="1953429" y="2048765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D14A6FD-2DF5-9EDA-C276-D82E5D54A019}"/>
                </a:ext>
              </a:extLst>
            </p:cNvPr>
            <p:cNvSpPr/>
            <p:nvPr/>
          </p:nvSpPr>
          <p:spPr>
            <a:xfrm rot="13500000">
              <a:off x="839100" y="4255349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ECF21-C424-7DB1-8C2E-88173046B44A}"/>
              </a:ext>
            </a:extLst>
          </p:cNvPr>
          <p:cNvGrpSpPr/>
          <p:nvPr/>
        </p:nvGrpSpPr>
        <p:grpSpPr>
          <a:xfrm>
            <a:off x="4052919" y="2200193"/>
            <a:ext cx="3466156" cy="2549624"/>
            <a:chOff x="4052919" y="2200193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9CF574-4825-69E1-6B03-7DB21AA8A14A}"/>
                </a:ext>
              </a:extLst>
            </p:cNvPr>
            <p:cNvSpPr/>
            <p:nvPr/>
          </p:nvSpPr>
          <p:spPr>
            <a:xfrm rot="13500000">
              <a:off x="4414668" y="2020193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142ED6-1213-9F3B-E3E6-985DD533C5F3}"/>
                </a:ext>
              </a:extLst>
            </p:cNvPr>
            <p:cNvSpPr/>
            <p:nvPr/>
          </p:nvSpPr>
          <p:spPr>
            <a:xfrm rot="13500000">
              <a:off x="5111276" y="2342018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C7A0D5">
                    <a:alpha val="0"/>
                  </a:srgbClr>
                </a:gs>
                <a:gs pos="100000">
                  <a:srgbClr val="9C5EB6">
                    <a:alpha val="0"/>
                  </a:srgbClr>
                </a:gs>
                <a:gs pos="50000">
                  <a:srgbClr val="AF7EC2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5FB9140-3613-DFDD-B8B7-686B556024B9}"/>
                </a:ext>
              </a:extLst>
            </p:cNvPr>
            <p:cNvSpPr/>
            <p:nvPr/>
          </p:nvSpPr>
          <p:spPr>
            <a:xfrm rot="13500000">
              <a:off x="5500931" y="2048766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537412-A8D4-A3FF-F7D7-C53513C61523}"/>
                </a:ext>
              </a:extLst>
            </p:cNvPr>
            <p:cNvSpPr/>
            <p:nvPr/>
          </p:nvSpPr>
          <p:spPr>
            <a:xfrm rot="13500000">
              <a:off x="4386602" y="4255350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AE74D94-E7DC-F257-78ED-B2E2543323C2}"/>
              </a:ext>
            </a:extLst>
          </p:cNvPr>
          <p:cNvGrpSpPr/>
          <p:nvPr/>
        </p:nvGrpSpPr>
        <p:grpSpPr>
          <a:xfrm>
            <a:off x="7802581" y="2200194"/>
            <a:ext cx="3466156" cy="2549624"/>
            <a:chOff x="7802581" y="2200194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3C8779-1828-8035-D48E-E38571EF7425}"/>
                </a:ext>
              </a:extLst>
            </p:cNvPr>
            <p:cNvSpPr/>
            <p:nvPr/>
          </p:nvSpPr>
          <p:spPr>
            <a:xfrm rot="13500000">
              <a:off x="8164330" y="2020194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04DA18-A1B6-0F1E-1952-0195AEC484C2}"/>
                </a:ext>
              </a:extLst>
            </p:cNvPr>
            <p:cNvSpPr/>
            <p:nvPr/>
          </p:nvSpPr>
          <p:spPr>
            <a:xfrm rot="13500000">
              <a:off x="8860938" y="2342019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FA45D">
                    <a:alpha val="0"/>
                  </a:srgbClr>
                </a:gs>
                <a:gs pos="100000">
                  <a:srgbClr val="FB6D18">
                    <a:alpha val="0"/>
                  </a:srgbClr>
                </a:gs>
                <a:gs pos="50000">
                  <a:srgbClr val="FA8740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A4B2877-A69F-F191-DDEB-94DFA297A730}"/>
                </a:ext>
              </a:extLst>
            </p:cNvPr>
            <p:cNvSpPr/>
            <p:nvPr/>
          </p:nvSpPr>
          <p:spPr>
            <a:xfrm rot="13500000">
              <a:off x="9250593" y="2048767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20B6E7-FC00-542F-2E68-4FDFF587F2CF}"/>
                </a:ext>
              </a:extLst>
            </p:cNvPr>
            <p:cNvSpPr/>
            <p:nvPr/>
          </p:nvSpPr>
          <p:spPr>
            <a:xfrm rot="13500000">
              <a:off x="8136264" y="4255351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43531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B08FF-9107-12AB-92F5-F2B1237E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7803B-AA75-8246-DDAF-C35DE03FDBEF}"/>
              </a:ext>
            </a:extLst>
          </p:cNvPr>
          <p:cNvGrpSpPr/>
          <p:nvPr/>
        </p:nvGrpSpPr>
        <p:grpSpPr>
          <a:xfrm>
            <a:off x="-30508" y="3280527"/>
            <a:ext cx="3466156" cy="2549624"/>
            <a:chOff x="-30508" y="3280527"/>
            <a:chExt cx="3466156" cy="25496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07FCBE-9989-0305-8E6C-709690F38B10}"/>
                </a:ext>
              </a:extLst>
            </p:cNvPr>
            <p:cNvSpPr/>
            <p:nvPr/>
          </p:nvSpPr>
          <p:spPr>
            <a:xfrm rot="13500000">
              <a:off x="331241" y="3100527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777578-BD66-E42A-61EA-10A1E05528A9}"/>
                </a:ext>
              </a:extLst>
            </p:cNvPr>
            <p:cNvSpPr/>
            <p:nvPr/>
          </p:nvSpPr>
          <p:spPr>
            <a:xfrm rot="13500000">
              <a:off x="1027849" y="3422352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3BB486">
                    <a:alpha val="0"/>
                  </a:srgbClr>
                </a:gs>
                <a:gs pos="100000">
                  <a:srgbClr val="13834D">
                    <a:alpha val="0"/>
                  </a:srgbClr>
                </a:gs>
                <a:gs pos="50000">
                  <a:srgbClr val="299B6B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619D497-0543-E2A0-1DA2-A472C5FCF407}"/>
                </a:ext>
              </a:extLst>
            </p:cNvPr>
            <p:cNvSpPr/>
            <p:nvPr/>
          </p:nvSpPr>
          <p:spPr>
            <a:xfrm rot="13500000">
              <a:off x="1417504" y="3129100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1A38ECD-8640-13CA-3F83-BCC19C3781DB}"/>
                </a:ext>
              </a:extLst>
            </p:cNvPr>
            <p:cNvSpPr/>
            <p:nvPr/>
          </p:nvSpPr>
          <p:spPr>
            <a:xfrm rot="13500000">
              <a:off x="303175" y="5335684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B879DE-FE90-CE11-22F2-C85B42A8A714}"/>
              </a:ext>
            </a:extLst>
          </p:cNvPr>
          <p:cNvGrpSpPr/>
          <p:nvPr/>
        </p:nvGrpSpPr>
        <p:grpSpPr>
          <a:xfrm>
            <a:off x="3294178" y="3244321"/>
            <a:ext cx="3466156" cy="2549624"/>
            <a:chOff x="3294178" y="3244321"/>
            <a:chExt cx="3466156" cy="254962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5FB64C-E189-B562-255D-8BFDA3E84DB4}"/>
                </a:ext>
              </a:extLst>
            </p:cNvPr>
            <p:cNvSpPr/>
            <p:nvPr/>
          </p:nvSpPr>
          <p:spPr>
            <a:xfrm rot="13500000">
              <a:off x="3655927" y="3064321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55B8ED-4707-AE2D-4E92-687E1E47AFE9}"/>
                </a:ext>
              </a:extLst>
            </p:cNvPr>
            <p:cNvSpPr/>
            <p:nvPr/>
          </p:nvSpPr>
          <p:spPr>
            <a:xfrm rot="13500000">
              <a:off x="4352535" y="3386146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FFA2D4">
                    <a:alpha val="0"/>
                  </a:srgbClr>
                </a:gs>
                <a:gs pos="100000">
                  <a:srgbClr val="FB6DB3">
                    <a:alpha val="0"/>
                  </a:srgbClr>
                </a:gs>
                <a:gs pos="50000">
                  <a:srgbClr val="FA85BF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DA90468-0394-7366-867F-D6A5C135D335}"/>
                </a:ext>
              </a:extLst>
            </p:cNvPr>
            <p:cNvSpPr/>
            <p:nvPr/>
          </p:nvSpPr>
          <p:spPr>
            <a:xfrm rot="13500000">
              <a:off x="4742190" y="3092894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1FA8DE4-2541-4F3E-8B7D-F50FD8FAEFA3}"/>
                </a:ext>
              </a:extLst>
            </p:cNvPr>
            <p:cNvSpPr/>
            <p:nvPr/>
          </p:nvSpPr>
          <p:spPr>
            <a:xfrm rot="13500000">
              <a:off x="3627861" y="5299478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ED67EC-FC18-3826-D59B-51D219D1324E}"/>
              </a:ext>
            </a:extLst>
          </p:cNvPr>
          <p:cNvGrpSpPr/>
          <p:nvPr/>
        </p:nvGrpSpPr>
        <p:grpSpPr>
          <a:xfrm>
            <a:off x="8923458" y="3094930"/>
            <a:ext cx="3466156" cy="2549624"/>
            <a:chOff x="8923458" y="3094930"/>
            <a:chExt cx="3466156" cy="25496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94F0AE-2B3E-EB52-FBA7-B9E6619ECF5F}"/>
                </a:ext>
              </a:extLst>
            </p:cNvPr>
            <p:cNvSpPr/>
            <p:nvPr/>
          </p:nvSpPr>
          <p:spPr>
            <a:xfrm rot="13500000">
              <a:off x="9285207" y="291493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DF49E9-10FE-1CB3-A77B-3AA688639AB6}"/>
                </a:ext>
              </a:extLst>
            </p:cNvPr>
            <p:cNvSpPr/>
            <p:nvPr/>
          </p:nvSpPr>
          <p:spPr>
            <a:xfrm rot="13500000">
              <a:off x="9981815" y="3236755"/>
              <a:ext cx="1349442" cy="3466156"/>
            </a:xfrm>
            <a:custGeom>
              <a:avLst/>
              <a:gdLst>
                <a:gd name="csX0" fmla="*/ 1238242 w 1349442"/>
                <a:gd name="csY0" fmla="*/ 3458884 h 3466156"/>
                <a:gd name="csX1" fmla="*/ 1225578 w 1349442"/>
                <a:gd name="csY1" fmla="*/ 3466156 h 3466156"/>
                <a:gd name="csX2" fmla="*/ 1224200 w 1349442"/>
                <a:gd name="csY2" fmla="*/ 3464577 h 3466156"/>
                <a:gd name="csX3" fmla="*/ 1188243 w 1349442"/>
                <a:gd name="csY3" fmla="*/ 3466155 h 3466156"/>
                <a:gd name="csX4" fmla="*/ 0 w 1349442"/>
                <a:gd name="csY4" fmla="*/ 2432692 h 3466156"/>
                <a:gd name="csX5" fmla="*/ 725725 w 1349442"/>
                <a:gd name="csY5" fmla="*/ 1480444 h 3466156"/>
                <a:gd name="csX6" fmla="*/ 893996 w 1349442"/>
                <a:gd name="csY6" fmla="*/ 1435014 h 3466156"/>
                <a:gd name="csX7" fmla="*/ 893996 w 1349442"/>
                <a:gd name="csY7" fmla="*/ 737240 h 3466156"/>
                <a:gd name="csX8" fmla="*/ 895634 w 1349442"/>
                <a:gd name="csY8" fmla="*/ 737240 h 3466156"/>
                <a:gd name="csX9" fmla="*/ 895634 w 1349442"/>
                <a:gd name="csY9" fmla="*/ 706976 h 3466156"/>
                <a:gd name="csX10" fmla="*/ 387169 w 1349442"/>
                <a:gd name="csY10" fmla="*/ 198511 h 3466156"/>
                <a:gd name="csX11" fmla="*/ 585680 w 1349442"/>
                <a:gd name="csY11" fmla="*/ 0 h 3466156"/>
                <a:gd name="csX12" fmla="*/ 1233195 w 1349442"/>
                <a:gd name="csY12" fmla="*/ 647515 h 3466156"/>
                <a:gd name="csX13" fmla="*/ 1229374 w 1349442"/>
                <a:gd name="csY13" fmla="*/ 651336 h 3466156"/>
                <a:gd name="csX14" fmla="*/ 1238242 w 1349442"/>
                <a:gd name="csY14" fmla="*/ 656428 h 3466156"/>
                <a:gd name="csX15" fmla="*/ 1349442 w 1349442"/>
                <a:gd name="csY15" fmla="*/ 2057656 h 3466156"/>
                <a:gd name="csX16" fmla="*/ 1238242 w 1349442"/>
                <a:gd name="csY16" fmla="*/ 3458884 h 3466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49442" h="3466156">
                  <a:moveTo>
                    <a:pt x="1238242" y="3458884"/>
                  </a:moveTo>
                  <a:cubicBezTo>
                    <a:pt x="1234078" y="3463692"/>
                    <a:pt x="1229853" y="3466156"/>
                    <a:pt x="1225578" y="3466156"/>
                  </a:cubicBezTo>
                  <a:lnTo>
                    <a:pt x="1224200" y="3464577"/>
                  </a:lnTo>
                  <a:lnTo>
                    <a:pt x="1188243" y="3466155"/>
                  </a:lnTo>
                  <a:cubicBezTo>
                    <a:pt x="531995" y="3466155"/>
                    <a:pt x="0" y="3003458"/>
                    <a:pt x="0" y="2432692"/>
                  </a:cubicBezTo>
                  <a:cubicBezTo>
                    <a:pt x="0" y="2004618"/>
                    <a:pt x="299247" y="1637332"/>
                    <a:pt x="725725" y="1480444"/>
                  </a:cubicBezTo>
                  <a:lnTo>
                    <a:pt x="893996" y="1435014"/>
                  </a:lnTo>
                  <a:lnTo>
                    <a:pt x="893996" y="737240"/>
                  </a:lnTo>
                  <a:lnTo>
                    <a:pt x="895634" y="737240"/>
                  </a:lnTo>
                  <a:lnTo>
                    <a:pt x="895634" y="706976"/>
                  </a:lnTo>
                  <a:lnTo>
                    <a:pt x="387169" y="198511"/>
                  </a:lnTo>
                  <a:lnTo>
                    <a:pt x="585680" y="0"/>
                  </a:lnTo>
                  <a:lnTo>
                    <a:pt x="1233195" y="647515"/>
                  </a:lnTo>
                  <a:lnTo>
                    <a:pt x="1229374" y="651336"/>
                  </a:lnTo>
                  <a:lnTo>
                    <a:pt x="1238242" y="656428"/>
                  </a:lnTo>
                  <a:cubicBezTo>
                    <a:pt x="1300701" y="728557"/>
                    <a:pt x="1349442" y="1328382"/>
                    <a:pt x="1349442" y="2057656"/>
                  </a:cubicBezTo>
                  <a:cubicBezTo>
                    <a:pt x="1349442" y="2786930"/>
                    <a:pt x="1300701" y="3386755"/>
                    <a:pt x="1238242" y="3458884"/>
                  </a:cubicBezTo>
                  <a:close/>
                </a:path>
              </a:pathLst>
            </a:custGeom>
            <a:gradFill>
              <a:gsLst>
                <a:gs pos="0">
                  <a:srgbClr val="8FDBFF">
                    <a:alpha val="0"/>
                  </a:srgbClr>
                </a:gs>
                <a:gs pos="100000">
                  <a:srgbClr val="41BDF6">
                    <a:alpha val="0"/>
                  </a:srgbClr>
                </a:gs>
                <a:gs pos="50000">
                  <a:srgbClr val="71CBF7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11D3AA-8962-F3FB-6E98-8B554DC0DF0A}"/>
                </a:ext>
              </a:extLst>
            </p:cNvPr>
            <p:cNvSpPr/>
            <p:nvPr/>
          </p:nvSpPr>
          <p:spPr>
            <a:xfrm rot="13500000">
              <a:off x="10371470" y="2943503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21FC899-EF96-8154-CDE9-1035A5582132}"/>
                </a:ext>
              </a:extLst>
            </p:cNvPr>
            <p:cNvSpPr/>
            <p:nvPr/>
          </p:nvSpPr>
          <p:spPr>
            <a:xfrm rot="13500000">
              <a:off x="9257141" y="5150087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259E27-7E75-EB55-4011-8BC8D2A87F53}"/>
              </a:ext>
            </a:extLst>
          </p:cNvPr>
          <p:cNvGrpSpPr/>
          <p:nvPr/>
        </p:nvGrpSpPr>
        <p:grpSpPr>
          <a:xfrm>
            <a:off x="6426764" y="421549"/>
            <a:ext cx="3466156" cy="2549624"/>
            <a:chOff x="6426764" y="421549"/>
            <a:chExt cx="3466156" cy="25496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145536-9195-321C-7BBE-FCD70A281FD4}"/>
                </a:ext>
              </a:extLst>
            </p:cNvPr>
            <p:cNvGrpSpPr/>
            <p:nvPr/>
          </p:nvGrpSpPr>
          <p:grpSpPr>
            <a:xfrm>
              <a:off x="6426764" y="421549"/>
              <a:ext cx="3466156" cy="2549624"/>
              <a:chOff x="6426764" y="421549"/>
              <a:chExt cx="3466156" cy="2549624"/>
            </a:xfrm>
          </p:grpSpPr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23FC55AC-B7ED-B633-A645-91BB4EA7AC4E}"/>
                  </a:ext>
                </a:extLst>
              </p:cNvPr>
              <p:cNvSpPr/>
              <p:nvPr/>
            </p:nvSpPr>
            <p:spPr>
              <a:xfrm rot="13500000">
                <a:off x="6788513" y="241549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ADEA612C-7B98-22BC-ED4B-42A4970AA944}"/>
                  </a:ext>
                </a:extLst>
              </p:cNvPr>
              <p:cNvSpPr/>
              <p:nvPr/>
            </p:nvSpPr>
            <p:spPr>
              <a:xfrm rot="13500000">
                <a:off x="7485121" y="563374"/>
                <a:ext cx="1349442" cy="3466156"/>
              </a:xfrm>
              <a:custGeom>
                <a:avLst/>
                <a:gdLst>
                  <a:gd name="csX0" fmla="*/ 1238242 w 1349442"/>
                  <a:gd name="csY0" fmla="*/ 3458884 h 3466156"/>
                  <a:gd name="csX1" fmla="*/ 1225578 w 1349442"/>
                  <a:gd name="csY1" fmla="*/ 3466156 h 3466156"/>
                  <a:gd name="csX2" fmla="*/ 1224200 w 1349442"/>
                  <a:gd name="csY2" fmla="*/ 3464577 h 3466156"/>
                  <a:gd name="csX3" fmla="*/ 1188243 w 1349442"/>
                  <a:gd name="csY3" fmla="*/ 3466155 h 3466156"/>
                  <a:gd name="csX4" fmla="*/ 0 w 1349442"/>
                  <a:gd name="csY4" fmla="*/ 2432692 h 3466156"/>
                  <a:gd name="csX5" fmla="*/ 725725 w 1349442"/>
                  <a:gd name="csY5" fmla="*/ 1480444 h 3466156"/>
                  <a:gd name="csX6" fmla="*/ 893996 w 1349442"/>
                  <a:gd name="csY6" fmla="*/ 1435014 h 3466156"/>
                  <a:gd name="csX7" fmla="*/ 893996 w 1349442"/>
                  <a:gd name="csY7" fmla="*/ 737240 h 3466156"/>
                  <a:gd name="csX8" fmla="*/ 895634 w 1349442"/>
                  <a:gd name="csY8" fmla="*/ 737240 h 3466156"/>
                  <a:gd name="csX9" fmla="*/ 895634 w 1349442"/>
                  <a:gd name="csY9" fmla="*/ 706976 h 3466156"/>
                  <a:gd name="csX10" fmla="*/ 387169 w 1349442"/>
                  <a:gd name="csY10" fmla="*/ 198511 h 3466156"/>
                  <a:gd name="csX11" fmla="*/ 585680 w 1349442"/>
                  <a:gd name="csY11" fmla="*/ 0 h 3466156"/>
                  <a:gd name="csX12" fmla="*/ 1233195 w 1349442"/>
                  <a:gd name="csY12" fmla="*/ 647515 h 3466156"/>
                  <a:gd name="csX13" fmla="*/ 1229374 w 1349442"/>
                  <a:gd name="csY13" fmla="*/ 651336 h 3466156"/>
                  <a:gd name="csX14" fmla="*/ 1238242 w 1349442"/>
                  <a:gd name="csY14" fmla="*/ 656428 h 3466156"/>
                  <a:gd name="csX15" fmla="*/ 1349442 w 1349442"/>
                  <a:gd name="csY15" fmla="*/ 2057656 h 3466156"/>
                  <a:gd name="csX16" fmla="*/ 1238242 w 1349442"/>
                  <a:gd name="csY16" fmla="*/ 3458884 h 34661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349442" h="3466156">
                    <a:moveTo>
                      <a:pt x="1238242" y="3458884"/>
                    </a:moveTo>
                    <a:cubicBezTo>
                      <a:pt x="1234078" y="3463692"/>
                      <a:pt x="1229853" y="3466156"/>
                      <a:pt x="1225578" y="3466156"/>
                    </a:cubicBezTo>
                    <a:lnTo>
                      <a:pt x="1224200" y="3464577"/>
                    </a:lnTo>
                    <a:lnTo>
                      <a:pt x="1188243" y="3466155"/>
                    </a:lnTo>
                    <a:cubicBezTo>
                      <a:pt x="531995" y="3466155"/>
                      <a:pt x="0" y="3003458"/>
                      <a:pt x="0" y="2432692"/>
                    </a:cubicBezTo>
                    <a:cubicBezTo>
                      <a:pt x="0" y="2004618"/>
                      <a:pt x="299247" y="1637332"/>
                      <a:pt x="725725" y="1480444"/>
                    </a:cubicBezTo>
                    <a:lnTo>
                      <a:pt x="893996" y="1435014"/>
                    </a:lnTo>
                    <a:lnTo>
                      <a:pt x="893996" y="737240"/>
                    </a:lnTo>
                    <a:lnTo>
                      <a:pt x="895634" y="737240"/>
                    </a:lnTo>
                    <a:lnTo>
                      <a:pt x="895634" y="706976"/>
                    </a:lnTo>
                    <a:lnTo>
                      <a:pt x="387169" y="198511"/>
                    </a:lnTo>
                    <a:lnTo>
                      <a:pt x="585680" y="0"/>
                    </a:lnTo>
                    <a:lnTo>
                      <a:pt x="1233195" y="647515"/>
                    </a:lnTo>
                    <a:lnTo>
                      <a:pt x="1229374" y="651336"/>
                    </a:lnTo>
                    <a:lnTo>
                      <a:pt x="1238242" y="656428"/>
                    </a:lnTo>
                    <a:cubicBezTo>
                      <a:pt x="1300701" y="728557"/>
                      <a:pt x="1349442" y="1328382"/>
                      <a:pt x="1349442" y="2057656"/>
                    </a:cubicBezTo>
                    <a:cubicBezTo>
                      <a:pt x="1349442" y="2786930"/>
                      <a:pt x="1300701" y="3386755"/>
                      <a:pt x="1238242" y="34588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CAC4C1">
                      <a:alpha val="0"/>
                    </a:srgbClr>
                  </a:gs>
                  <a:gs pos="100000">
                    <a:srgbClr val="ABA5A1">
                      <a:alpha val="0"/>
                    </a:srgbClr>
                  </a:gs>
                  <a:gs pos="50000">
                    <a:srgbClr val="BCB6B3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39B645F-BB2F-163D-6355-1D5DB96C47B1}"/>
                </a:ext>
              </a:extLst>
            </p:cNvPr>
            <p:cNvSpPr/>
            <p:nvPr/>
          </p:nvSpPr>
          <p:spPr>
            <a:xfrm rot="13500000">
              <a:off x="7874776" y="270122"/>
              <a:ext cx="247727" cy="2816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036DE6-EC2C-0A3A-DFC3-AAAE1DB0BAFE}"/>
                </a:ext>
              </a:extLst>
            </p:cNvPr>
            <p:cNvSpPr/>
            <p:nvPr/>
          </p:nvSpPr>
          <p:spPr>
            <a:xfrm rot="13500000">
              <a:off x="6760447" y="2476706"/>
              <a:ext cx="721659" cy="26416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40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30425-B860-A469-938D-ED2787B5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DC0670A-F942-79A0-A923-B2D205077D15}"/>
              </a:ext>
            </a:extLst>
          </p:cNvPr>
          <p:cNvSpPr/>
          <p:nvPr/>
        </p:nvSpPr>
        <p:spPr>
          <a:xfrm>
            <a:off x="4296000" y="1708508"/>
            <a:ext cx="3600000" cy="1635052"/>
          </a:xfrm>
          <a:custGeom>
            <a:avLst/>
            <a:gdLst>
              <a:gd name="csX0" fmla="*/ 0 w 3600000"/>
              <a:gd name="csY0" fmla="*/ 0 h 1635052"/>
              <a:gd name="csX1" fmla="*/ 1080000 w 3600000"/>
              <a:gd name="csY1" fmla="*/ 0 h 1635052"/>
              <a:gd name="csX2" fmla="*/ 990000 w 3600000"/>
              <a:gd name="csY2" fmla="*/ 360000 h 1635052"/>
              <a:gd name="csX3" fmla="*/ 692993 w 3600000"/>
              <a:gd name="csY3" fmla="*/ 360000 h 1635052"/>
              <a:gd name="csX4" fmla="*/ 692993 w 3600000"/>
              <a:gd name="csY4" fmla="*/ 617596 h 1635052"/>
              <a:gd name="csX5" fmla="*/ 1080000 w 3600000"/>
              <a:gd name="csY5" fmla="*/ 617596 h 1635052"/>
              <a:gd name="csX6" fmla="*/ 1080000 w 3600000"/>
              <a:gd name="csY6" fmla="*/ 400905 h 1635052"/>
              <a:gd name="csX7" fmla="*/ 2520000 w 3600000"/>
              <a:gd name="csY7" fmla="*/ 400905 h 1635052"/>
              <a:gd name="csX8" fmla="*/ 2520000 w 3600000"/>
              <a:gd name="csY8" fmla="*/ 617596 h 1635052"/>
              <a:gd name="csX9" fmla="*/ 2897342 w 3600000"/>
              <a:gd name="csY9" fmla="*/ 617596 h 1635052"/>
              <a:gd name="csX10" fmla="*/ 2897342 w 3600000"/>
              <a:gd name="csY10" fmla="*/ 360000 h 1635052"/>
              <a:gd name="csX11" fmla="*/ 2610000 w 3600000"/>
              <a:gd name="csY11" fmla="*/ 360000 h 1635052"/>
              <a:gd name="csX12" fmla="*/ 2520000 w 3600000"/>
              <a:gd name="csY12" fmla="*/ 0 h 1635052"/>
              <a:gd name="csX13" fmla="*/ 3600000 w 3600000"/>
              <a:gd name="csY13" fmla="*/ 0 h 1635052"/>
              <a:gd name="csX14" fmla="*/ 3510000 w 3600000"/>
              <a:gd name="csY14" fmla="*/ 360000 h 1635052"/>
              <a:gd name="csX15" fmla="*/ 3222657 w 3600000"/>
              <a:gd name="csY15" fmla="*/ 360000 h 1635052"/>
              <a:gd name="csX16" fmla="*/ 3222657 w 3600000"/>
              <a:gd name="csY16" fmla="*/ 617596 h 1635052"/>
              <a:gd name="csX17" fmla="*/ 3225792 w 3600000"/>
              <a:gd name="csY17" fmla="*/ 617596 h 1635052"/>
              <a:gd name="csX18" fmla="*/ 3225792 w 3600000"/>
              <a:gd name="csY18" fmla="*/ 904213 h 1635052"/>
              <a:gd name="csX19" fmla="*/ 3222657 w 3600000"/>
              <a:gd name="csY19" fmla="*/ 904213 h 1635052"/>
              <a:gd name="csX20" fmla="*/ 2897342 w 3600000"/>
              <a:gd name="csY20" fmla="*/ 904213 h 1635052"/>
              <a:gd name="csX21" fmla="*/ 2520000 w 3600000"/>
              <a:gd name="csY21" fmla="*/ 904213 h 1635052"/>
              <a:gd name="csX22" fmla="*/ 2520000 w 3600000"/>
              <a:gd name="csY22" fmla="*/ 1120905 h 1635052"/>
              <a:gd name="csX23" fmla="*/ 1962658 w 3600000"/>
              <a:gd name="csY23" fmla="*/ 1120905 h 1635052"/>
              <a:gd name="csX24" fmla="*/ 1962658 w 3600000"/>
              <a:gd name="csY24" fmla="*/ 1275052 h 1635052"/>
              <a:gd name="csX25" fmla="*/ 2250000 w 3600000"/>
              <a:gd name="csY25" fmla="*/ 1275052 h 1635052"/>
              <a:gd name="csX26" fmla="*/ 2340000 w 3600000"/>
              <a:gd name="csY26" fmla="*/ 1635052 h 1635052"/>
              <a:gd name="csX27" fmla="*/ 1260000 w 3600000"/>
              <a:gd name="csY27" fmla="*/ 1635052 h 1635052"/>
              <a:gd name="csX28" fmla="*/ 1350000 w 3600000"/>
              <a:gd name="csY28" fmla="*/ 1275052 h 1635052"/>
              <a:gd name="csX29" fmla="*/ 1637343 w 3600000"/>
              <a:gd name="csY29" fmla="*/ 1275052 h 1635052"/>
              <a:gd name="csX30" fmla="*/ 1637343 w 3600000"/>
              <a:gd name="csY30" fmla="*/ 1120905 h 1635052"/>
              <a:gd name="csX31" fmla="*/ 1080000 w 3600000"/>
              <a:gd name="csY31" fmla="*/ 1120905 h 1635052"/>
              <a:gd name="csX32" fmla="*/ 1080000 w 3600000"/>
              <a:gd name="csY32" fmla="*/ 904213 h 1635052"/>
              <a:gd name="csX33" fmla="*/ 692993 w 3600000"/>
              <a:gd name="csY33" fmla="*/ 904213 h 1635052"/>
              <a:gd name="csX34" fmla="*/ 374208 w 3600000"/>
              <a:gd name="csY34" fmla="*/ 904213 h 1635052"/>
              <a:gd name="csX35" fmla="*/ 367678 w 3600000"/>
              <a:gd name="csY35" fmla="*/ 904213 h 1635052"/>
              <a:gd name="csX36" fmla="*/ 367678 w 3600000"/>
              <a:gd name="csY36" fmla="*/ 360000 h 1635052"/>
              <a:gd name="csX37" fmla="*/ 90000 w 3600000"/>
              <a:gd name="csY37" fmla="*/ 360000 h 1635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3600000" h="1635052">
                <a:moveTo>
                  <a:pt x="0" y="0"/>
                </a:moveTo>
                <a:lnTo>
                  <a:pt x="1080000" y="0"/>
                </a:lnTo>
                <a:lnTo>
                  <a:pt x="990000" y="360000"/>
                </a:lnTo>
                <a:lnTo>
                  <a:pt x="692993" y="360000"/>
                </a:lnTo>
                <a:lnTo>
                  <a:pt x="692993" y="617596"/>
                </a:lnTo>
                <a:lnTo>
                  <a:pt x="1080000" y="617596"/>
                </a:lnTo>
                <a:lnTo>
                  <a:pt x="1080000" y="400905"/>
                </a:lnTo>
                <a:lnTo>
                  <a:pt x="2520000" y="400905"/>
                </a:lnTo>
                <a:lnTo>
                  <a:pt x="2520000" y="617596"/>
                </a:lnTo>
                <a:lnTo>
                  <a:pt x="2897342" y="617596"/>
                </a:lnTo>
                <a:lnTo>
                  <a:pt x="2897342" y="360000"/>
                </a:lnTo>
                <a:lnTo>
                  <a:pt x="2610000" y="360000"/>
                </a:lnTo>
                <a:lnTo>
                  <a:pt x="2520000" y="0"/>
                </a:lnTo>
                <a:lnTo>
                  <a:pt x="3600000" y="0"/>
                </a:lnTo>
                <a:lnTo>
                  <a:pt x="3510000" y="360000"/>
                </a:lnTo>
                <a:lnTo>
                  <a:pt x="3222657" y="360000"/>
                </a:lnTo>
                <a:lnTo>
                  <a:pt x="3222657" y="617596"/>
                </a:lnTo>
                <a:lnTo>
                  <a:pt x="3225792" y="617596"/>
                </a:lnTo>
                <a:lnTo>
                  <a:pt x="3225792" y="904213"/>
                </a:lnTo>
                <a:lnTo>
                  <a:pt x="3222657" y="904213"/>
                </a:lnTo>
                <a:lnTo>
                  <a:pt x="2897342" y="904213"/>
                </a:lnTo>
                <a:lnTo>
                  <a:pt x="2520000" y="904213"/>
                </a:lnTo>
                <a:lnTo>
                  <a:pt x="2520000" y="1120905"/>
                </a:lnTo>
                <a:lnTo>
                  <a:pt x="1962658" y="1120905"/>
                </a:lnTo>
                <a:lnTo>
                  <a:pt x="1962658" y="1275052"/>
                </a:lnTo>
                <a:lnTo>
                  <a:pt x="2250000" y="1275052"/>
                </a:lnTo>
                <a:lnTo>
                  <a:pt x="2340000" y="1635052"/>
                </a:lnTo>
                <a:lnTo>
                  <a:pt x="1260000" y="1635052"/>
                </a:lnTo>
                <a:lnTo>
                  <a:pt x="1350000" y="1275052"/>
                </a:lnTo>
                <a:lnTo>
                  <a:pt x="1637343" y="1275052"/>
                </a:lnTo>
                <a:lnTo>
                  <a:pt x="1637343" y="1120905"/>
                </a:lnTo>
                <a:lnTo>
                  <a:pt x="1080000" y="1120905"/>
                </a:lnTo>
                <a:lnTo>
                  <a:pt x="1080000" y="904213"/>
                </a:lnTo>
                <a:lnTo>
                  <a:pt x="692993" y="904213"/>
                </a:lnTo>
                <a:lnTo>
                  <a:pt x="374208" y="904213"/>
                </a:lnTo>
                <a:lnTo>
                  <a:pt x="367678" y="904213"/>
                </a:lnTo>
                <a:lnTo>
                  <a:pt x="367678" y="360000"/>
                </a:lnTo>
                <a:lnTo>
                  <a:pt x="9000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CD7AD7-C17C-E72F-95CB-439A9A9703B9}"/>
              </a:ext>
            </a:extLst>
          </p:cNvPr>
          <p:cNvGrpSpPr/>
          <p:nvPr/>
        </p:nvGrpSpPr>
        <p:grpSpPr>
          <a:xfrm>
            <a:off x="7118895" y="536588"/>
            <a:ext cx="1107018" cy="1171920"/>
            <a:chOff x="7289730" y="2309547"/>
            <a:chExt cx="2883391" cy="3162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9D465A-7328-E2A1-3C38-3701A927D2D9}"/>
                </a:ext>
              </a:extLst>
            </p:cNvPr>
            <p:cNvSpPr/>
            <p:nvPr/>
          </p:nvSpPr>
          <p:spPr>
            <a:xfrm>
              <a:off x="7681445" y="4555958"/>
              <a:ext cx="280737" cy="915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5A15E4A-7B9A-F426-D758-72BE9BF5F8CF}"/>
                </a:ext>
              </a:extLst>
            </p:cNvPr>
            <p:cNvGrpSpPr/>
            <p:nvPr/>
          </p:nvGrpSpPr>
          <p:grpSpPr>
            <a:xfrm rot="13500000">
              <a:off x="7471426" y="2127851"/>
              <a:ext cx="2520000" cy="2883391"/>
              <a:chOff x="3668160" y="2127850"/>
              <a:chExt cx="2520000" cy="288339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D4F7371-225F-E684-7628-16CEB1429CE6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7E45BD8-5148-248E-B8B3-C2BC343A667C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B1E8A64-9EC5-1986-EE9E-A0DE88486FB0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9DBE1F-43EE-B245-22E1-57C77D87112F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68601C-68D1-4898-C392-71AEB74EE30C}"/>
              </a:ext>
            </a:extLst>
          </p:cNvPr>
          <p:cNvGrpSpPr/>
          <p:nvPr/>
        </p:nvGrpSpPr>
        <p:grpSpPr>
          <a:xfrm flipH="1">
            <a:off x="3963342" y="533500"/>
            <a:ext cx="1107018" cy="1171920"/>
            <a:chOff x="7289730" y="2309547"/>
            <a:chExt cx="2883391" cy="31621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E7DED5-091B-5ECB-173A-EAB2F201036F}"/>
                </a:ext>
              </a:extLst>
            </p:cNvPr>
            <p:cNvSpPr/>
            <p:nvPr/>
          </p:nvSpPr>
          <p:spPr>
            <a:xfrm>
              <a:off x="7681445" y="4555958"/>
              <a:ext cx="280737" cy="9157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55E70CB-30E5-E926-BAAF-555D43DF41BC}"/>
                </a:ext>
              </a:extLst>
            </p:cNvPr>
            <p:cNvGrpSpPr/>
            <p:nvPr/>
          </p:nvGrpSpPr>
          <p:grpSpPr>
            <a:xfrm rot="13500000">
              <a:off x="7471426" y="2127851"/>
              <a:ext cx="2520000" cy="2883391"/>
              <a:chOff x="3668160" y="2127850"/>
              <a:chExt cx="2520000" cy="2883391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60DB199-8B6A-B97A-E2C0-C7804102ACE5}"/>
                  </a:ext>
                </a:extLst>
              </p:cNvPr>
              <p:cNvSpPr/>
              <p:nvPr/>
            </p:nvSpPr>
            <p:spPr>
              <a:xfrm>
                <a:off x="3668160" y="2131241"/>
                <a:ext cx="2520000" cy="2880000"/>
              </a:xfrm>
              <a:custGeom>
                <a:avLst/>
                <a:gdLst>
                  <a:gd name="csX0" fmla="*/ 1183677 w 2369574"/>
                  <a:gd name="csY0" fmla="*/ 0 h 2924441"/>
                  <a:gd name="csX1" fmla="*/ 1522926 w 2369574"/>
                  <a:gd name="csY1" fmla="*/ 132080 h 2924441"/>
                  <a:gd name="csX2" fmla="*/ 1525475 w 2369574"/>
                  <a:gd name="csY2" fmla="*/ 132080 h 2924441"/>
                  <a:gd name="csX3" fmla="*/ 1525475 w 2369574"/>
                  <a:gd name="csY3" fmla="*/ 749497 h 2924441"/>
                  <a:gd name="csX4" fmla="*/ 1537107 w 2369574"/>
                  <a:gd name="csY4" fmla="*/ 752302 h 2924441"/>
                  <a:gd name="csX5" fmla="*/ 2369574 w 2369574"/>
                  <a:gd name="csY5" fmla="*/ 1813396 h 2924441"/>
                  <a:gd name="csX6" fmla="*/ 1184787 w 2369574"/>
                  <a:gd name="csY6" fmla="*/ 2924441 h 2924441"/>
                  <a:gd name="csX7" fmla="*/ 0 w 2369574"/>
                  <a:gd name="csY7" fmla="*/ 1813396 h 2924441"/>
                  <a:gd name="csX8" fmla="*/ 832467 w 2369574"/>
                  <a:gd name="csY8" fmla="*/ 752302 h 2924441"/>
                  <a:gd name="csX9" fmla="*/ 844100 w 2369574"/>
                  <a:gd name="csY9" fmla="*/ 749497 h 2924441"/>
                  <a:gd name="csX10" fmla="*/ 844100 w 2369574"/>
                  <a:gd name="csY10" fmla="*/ 132080 h 2924441"/>
                  <a:gd name="csX11" fmla="*/ 844428 w 2369574"/>
                  <a:gd name="csY11" fmla="*/ 132080 h 2924441"/>
                  <a:gd name="csX12" fmla="*/ 1183677 w 2369574"/>
                  <a:gd name="csY12" fmla="*/ 0 h 29244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369574" h="2924441">
                    <a:moveTo>
                      <a:pt x="1183677" y="0"/>
                    </a:moveTo>
                    <a:cubicBezTo>
                      <a:pt x="1371039" y="0"/>
                      <a:pt x="1522926" y="59134"/>
                      <a:pt x="1522926" y="132080"/>
                    </a:cubicBezTo>
                    <a:lnTo>
                      <a:pt x="1525475" y="132080"/>
                    </a:lnTo>
                    <a:lnTo>
                      <a:pt x="1525475" y="749497"/>
                    </a:lnTo>
                    <a:lnTo>
                      <a:pt x="1537107" y="752302"/>
                    </a:lnTo>
                    <a:cubicBezTo>
                      <a:pt x="2019396" y="892973"/>
                      <a:pt x="2369574" y="1314836"/>
                      <a:pt x="2369574" y="1813396"/>
                    </a:cubicBezTo>
                    <a:cubicBezTo>
                      <a:pt x="2369574" y="2427009"/>
                      <a:pt x="1839127" y="2924441"/>
                      <a:pt x="1184787" y="2924441"/>
                    </a:cubicBezTo>
                    <a:cubicBezTo>
                      <a:pt x="530447" y="2924441"/>
                      <a:pt x="0" y="2427009"/>
                      <a:pt x="0" y="1813396"/>
                    </a:cubicBezTo>
                    <a:cubicBezTo>
                      <a:pt x="0" y="1314836"/>
                      <a:pt x="350178" y="892973"/>
                      <a:pt x="832467" y="752302"/>
                    </a:cubicBezTo>
                    <a:lnTo>
                      <a:pt x="844100" y="749497"/>
                    </a:lnTo>
                    <a:lnTo>
                      <a:pt x="844100" y="132080"/>
                    </a:lnTo>
                    <a:lnTo>
                      <a:pt x="844428" y="132080"/>
                    </a:lnTo>
                    <a:cubicBezTo>
                      <a:pt x="844428" y="59134"/>
                      <a:pt x="996315" y="0"/>
                      <a:pt x="118367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/>
                  </a:gs>
                </a:gsLst>
                <a:lin ang="2700000" scaled="1"/>
                <a:tileRect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062F868-A495-722F-6F4A-95147709274E}"/>
                  </a:ext>
                </a:extLst>
              </p:cNvPr>
              <p:cNvSpPr/>
              <p:nvPr/>
            </p:nvSpPr>
            <p:spPr>
              <a:xfrm>
                <a:off x="3739915" y="2131239"/>
                <a:ext cx="1349442" cy="2817000"/>
              </a:xfrm>
              <a:custGeom>
                <a:avLst/>
                <a:gdLst>
                  <a:gd name="csX0" fmla="*/ 1188243 w 1349442"/>
                  <a:gd name="csY0" fmla="*/ 0 h 2817000"/>
                  <a:gd name="csX1" fmla="*/ 1223317 w 1349442"/>
                  <a:gd name="csY1" fmla="*/ 2592 h 2817000"/>
                  <a:gd name="csX2" fmla="*/ 1225578 w 1349442"/>
                  <a:gd name="csY2" fmla="*/ 0 h 2817000"/>
                  <a:gd name="csX3" fmla="*/ 1349442 w 1349442"/>
                  <a:gd name="csY3" fmla="*/ 1408500 h 2817000"/>
                  <a:gd name="csX4" fmla="*/ 1225578 w 1349442"/>
                  <a:gd name="csY4" fmla="*/ 2817000 h 2817000"/>
                  <a:gd name="csX5" fmla="*/ 1224200 w 1349442"/>
                  <a:gd name="csY5" fmla="*/ 2815421 h 2817000"/>
                  <a:gd name="csX6" fmla="*/ 1188243 w 1349442"/>
                  <a:gd name="csY6" fmla="*/ 2816999 h 2817000"/>
                  <a:gd name="csX7" fmla="*/ 0 w 1349442"/>
                  <a:gd name="csY7" fmla="*/ 1783536 h 2817000"/>
                  <a:gd name="csX8" fmla="*/ 725725 w 1349442"/>
                  <a:gd name="csY8" fmla="*/ 831288 h 2817000"/>
                  <a:gd name="csX9" fmla="*/ 893996 w 1349442"/>
                  <a:gd name="csY9" fmla="*/ 785858 h 2817000"/>
                  <a:gd name="csX10" fmla="*/ 893996 w 1349442"/>
                  <a:gd name="csY10" fmla="*/ 88084 h 2817000"/>
                  <a:gd name="csX11" fmla="*/ 895634 w 1349442"/>
                  <a:gd name="csY11" fmla="*/ 88084 h 2817000"/>
                  <a:gd name="csX12" fmla="*/ 895634 w 1349442"/>
                  <a:gd name="csY12" fmla="*/ 55306 h 2817000"/>
                  <a:gd name="csX13" fmla="*/ 933098 w 1349442"/>
                  <a:gd name="csY13" fmla="*/ 38685 h 2817000"/>
                  <a:gd name="csX14" fmla="*/ 1188243 w 1349442"/>
                  <a:gd name="csY14" fmla="*/ 0 h 281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9442" h="2817000">
                    <a:moveTo>
                      <a:pt x="1188243" y="0"/>
                    </a:moveTo>
                    <a:lnTo>
                      <a:pt x="1223317" y="2592"/>
                    </a:lnTo>
                    <a:lnTo>
                      <a:pt x="1225578" y="0"/>
                    </a:lnTo>
                    <a:cubicBezTo>
                      <a:pt x="1293986" y="0"/>
                      <a:pt x="1349442" y="630607"/>
                      <a:pt x="1349442" y="1408500"/>
                    </a:cubicBezTo>
                    <a:cubicBezTo>
                      <a:pt x="1349442" y="2186393"/>
                      <a:pt x="1293986" y="2817000"/>
                      <a:pt x="1225578" y="2817000"/>
                    </a:cubicBezTo>
                    <a:lnTo>
                      <a:pt x="1224200" y="2815421"/>
                    </a:lnTo>
                    <a:lnTo>
                      <a:pt x="1188243" y="2816999"/>
                    </a:lnTo>
                    <a:cubicBezTo>
                      <a:pt x="531995" y="2816999"/>
                      <a:pt x="0" y="2354302"/>
                      <a:pt x="0" y="1783536"/>
                    </a:cubicBezTo>
                    <a:cubicBezTo>
                      <a:pt x="0" y="1355462"/>
                      <a:pt x="299247" y="988176"/>
                      <a:pt x="725725" y="831288"/>
                    </a:cubicBezTo>
                    <a:lnTo>
                      <a:pt x="893996" y="785858"/>
                    </a:lnTo>
                    <a:lnTo>
                      <a:pt x="893996" y="88084"/>
                    </a:lnTo>
                    <a:lnTo>
                      <a:pt x="895634" y="88084"/>
                    </a:lnTo>
                    <a:lnTo>
                      <a:pt x="895634" y="55306"/>
                    </a:lnTo>
                    <a:lnTo>
                      <a:pt x="933098" y="38685"/>
                    </a:lnTo>
                    <a:cubicBezTo>
                      <a:pt x="998395" y="14784"/>
                      <a:pt x="1088603" y="0"/>
                      <a:pt x="1188243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9EFBD9-B8F4-FE4C-5441-0C8EBA200CA7}"/>
                  </a:ext>
                </a:extLst>
              </p:cNvPr>
              <p:cNvSpPr/>
              <p:nvPr/>
            </p:nvSpPr>
            <p:spPr>
              <a:xfrm>
                <a:off x="4841631" y="2129545"/>
                <a:ext cx="247727" cy="28169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74BF618-1D31-15BC-C1ED-CA3EDE9F6EDF}"/>
                  </a:ext>
                </a:extLst>
              </p:cNvPr>
              <p:cNvSpPr/>
              <p:nvPr/>
            </p:nvSpPr>
            <p:spPr>
              <a:xfrm>
                <a:off x="4567330" y="2127850"/>
                <a:ext cx="721659" cy="26416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27B86B-A0C5-F52B-3F8F-4CF7A3D73A44}"/>
              </a:ext>
            </a:extLst>
          </p:cNvPr>
          <p:cNvGrpSpPr/>
          <p:nvPr/>
        </p:nvGrpSpPr>
        <p:grpSpPr>
          <a:xfrm>
            <a:off x="5554980" y="3649980"/>
            <a:ext cx="1082040" cy="1252370"/>
            <a:chOff x="8229600" y="2167130"/>
            <a:chExt cx="2520000" cy="2880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799D6A-7939-8ADC-344D-402F2F86207A}"/>
                </a:ext>
              </a:extLst>
            </p:cNvPr>
            <p:cNvSpPr/>
            <p:nvPr/>
          </p:nvSpPr>
          <p:spPr>
            <a:xfrm>
              <a:off x="8229600" y="2167130"/>
              <a:ext cx="2520000" cy="2880000"/>
            </a:xfrm>
            <a:custGeom>
              <a:avLst/>
              <a:gdLst>
                <a:gd name="csX0" fmla="*/ 1183677 w 2369574"/>
                <a:gd name="csY0" fmla="*/ 0 h 2924441"/>
                <a:gd name="csX1" fmla="*/ 1522926 w 2369574"/>
                <a:gd name="csY1" fmla="*/ 132080 h 2924441"/>
                <a:gd name="csX2" fmla="*/ 1525475 w 2369574"/>
                <a:gd name="csY2" fmla="*/ 132080 h 2924441"/>
                <a:gd name="csX3" fmla="*/ 1525475 w 2369574"/>
                <a:gd name="csY3" fmla="*/ 749497 h 2924441"/>
                <a:gd name="csX4" fmla="*/ 1537107 w 2369574"/>
                <a:gd name="csY4" fmla="*/ 752302 h 2924441"/>
                <a:gd name="csX5" fmla="*/ 2369574 w 2369574"/>
                <a:gd name="csY5" fmla="*/ 1813396 h 2924441"/>
                <a:gd name="csX6" fmla="*/ 1184787 w 2369574"/>
                <a:gd name="csY6" fmla="*/ 2924441 h 2924441"/>
                <a:gd name="csX7" fmla="*/ 0 w 2369574"/>
                <a:gd name="csY7" fmla="*/ 1813396 h 2924441"/>
                <a:gd name="csX8" fmla="*/ 832467 w 2369574"/>
                <a:gd name="csY8" fmla="*/ 752302 h 2924441"/>
                <a:gd name="csX9" fmla="*/ 844100 w 2369574"/>
                <a:gd name="csY9" fmla="*/ 749497 h 2924441"/>
                <a:gd name="csX10" fmla="*/ 844100 w 2369574"/>
                <a:gd name="csY10" fmla="*/ 132080 h 2924441"/>
                <a:gd name="csX11" fmla="*/ 844428 w 2369574"/>
                <a:gd name="csY11" fmla="*/ 132080 h 2924441"/>
                <a:gd name="csX12" fmla="*/ 1183677 w 2369574"/>
                <a:gd name="csY12" fmla="*/ 0 h 2924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9574" h="2924441">
                  <a:moveTo>
                    <a:pt x="1183677" y="0"/>
                  </a:moveTo>
                  <a:cubicBezTo>
                    <a:pt x="1371039" y="0"/>
                    <a:pt x="1522926" y="59134"/>
                    <a:pt x="1522926" y="132080"/>
                  </a:cubicBezTo>
                  <a:lnTo>
                    <a:pt x="1525475" y="132080"/>
                  </a:lnTo>
                  <a:lnTo>
                    <a:pt x="1525475" y="749497"/>
                  </a:lnTo>
                  <a:lnTo>
                    <a:pt x="1537107" y="752302"/>
                  </a:lnTo>
                  <a:cubicBezTo>
                    <a:pt x="2019396" y="892973"/>
                    <a:pt x="2369574" y="1314836"/>
                    <a:pt x="2369574" y="1813396"/>
                  </a:cubicBezTo>
                  <a:cubicBezTo>
                    <a:pt x="2369574" y="2427009"/>
                    <a:pt x="1839127" y="2924441"/>
                    <a:pt x="1184787" y="2924441"/>
                  </a:cubicBezTo>
                  <a:cubicBezTo>
                    <a:pt x="530447" y="2924441"/>
                    <a:pt x="0" y="2427009"/>
                    <a:pt x="0" y="1813396"/>
                  </a:cubicBezTo>
                  <a:cubicBezTo>
                    <a:pt x="0" y="1314836"/>
                    <a:pt x="350178" y="892973"/>
                    <a:pt x="832467" y="752302"/>
                  </a:cubicBezTo>
                  <a:lnTo>
                    <a:pt x="844100" y="749497"/>
                  </a:lnTo>
                  <a:lnTo>
                    <a:pt x="844100" y="132080"/>
                  </a:lnTo>
                  <a:lnTo>
                    <a:pt x="844428" y="132080"/>
                  </a:lnTo>
                  <a:cubicBezTo>
                    <a:pt x="844428" y="59134"/>
                    <a:pt x="996315" y="0"/>
                    <a:pt x="118367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F78D90-3D2F-4CCE-C03C-0B4C629536D8}"/>
                </a:ext>
              </a:extLst>
            </p:cNvPr>
            <p:cNvSpPr/>
            <p:nvPr/>
          </p:nvSpPr>
          <p:spPr>
            <a:xfrm>
              <a:off x="9130531" y="2167130"/>
              <a:ext cx="721659" cy="26416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F6F8FC">
                    <a:alpha val="0"/>
                  </a:srgbClr>
                </a:gs>
                <a:gs pos="50000">
                  <a:srgbClr val="FFFFFF"/>
                </a:gs>
              </a:gsLst>
              <a:lin ang="2700000" scaled="1"/>
              <a:tileRect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1E35BB5-C830-1FF7-DC3A-EC6D8F99861A}"/>
                </a:ext>
              </a:extLst>
            </p:cNvPr>
            <p:cNvSpPr/>
            <p:nvPr/>
          </p:nvSpPr>
          <p:spPr>
            <a:xfrm>
              <a:off x="8283365" y="3336718"/>
              <a:ext cx="2415988" cy="1649880"/>
            </a:xfrm>
            <a:custGeom>
              <a:avLst/>
              <a:gdLst>
                <a:gd name="csX0" fmla="*/ 1206234 w 2415988"/>
                <a:gd name="csY0" fmla="*/ 0 h 1649880"/>
                <a:gd name="csX1" fmla="*/ 2265097 w 2415988"/>
                <a:gd name="csY1" fmla="*/ 117475 h 1649880"/>
                <a:gd name="csX2" fmla="*/ 2270100 w 2415988"/>
                <a:gd name="csY2" fmla="*/ 117475 h 1649880"/>
                <a:gd name="csX3" fmla="*/ 2270190 w 2415988"/>
                <a:gd name="csY3" fmla="*/ 117602 h 1649880"/>
                <a:gd name="csX4" fmla="*/ 2415988 w 2415988"/>
                <a:gd name="csY4" fmla="*/ 612215 h 1649880"/>
                <a:gd name="csX5" fmla="*/ 1207994 w 2415988"/>
                <a:gd name="csY5" fmla="*/ 1649880 h 1649880"/>
                <a:gd name="csX6" fmla="*/ 0 w 2415988"/>
                <a:gd name="csY6" fmla="*/ 612215 h 1649880"/>
                <a:gd name="csX7" fmla="*/ 145799 w 2415988"/>
                <a:gd name="csY7" fmla="*/ 117602 h 1649880"/>
                <a:gd name="csX8" fmla="*/ 145888 w 2415988"/>
                <a:gd name="csY8" fmla="*/ 117475 h 1649880"/>
                <a:gd name="csX9" fmla="*/ 147371 w 2415988"/>
                <a:gd name="csY9" fmla="*/ 117475 h 1649880"/>
                <a:gd name="csX10" fmla="*/ 1206234 w 2415988"/>
                <a:gd name="csY10" fmla="*/ 0 h 1649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15988" h="1649880">
                  <a:moveTo>
                    <a:pt x="1206234" y="0"/>
                  </a:moveTo>
                  <a:cubicBezTo>
                    <a:pt x="1791028" y="0"/>
                    <a:pt x="2265097" y="52595"/>
                    <a:pt x="2265097" y="117475"/>
                  </a:cubicBezTo>
                  <a:lnTo>
                    <a:pt x="2270100" y="117475"/>
                  </a:lnTo>
                  <a:lnTo>
                    <a:pt x="2270190" y="117602"/>
                  </a:lnTo>
                  <a:cubicBezTo>
                    <a:pt x="2363172" y="264632"/>
                    <a:pt x="2415988" y="433125"/>
                    <a:pt x="2415988" y="612215"/>
                  </a:cubicBezTo>
                  <a:cubicBezTo>
                    <a:pt x="2415988" y="1185302"/>
                    <a:pt x="1875151" y="1649880"/>
                    <a:pt x="1207994" y="1649880"/>
                  </a:cubicBezTo>
                  <a:cubicBezTo>
                    <a:pt x="540837" y="1649880"/>
                    <a:pt x="0" y="1185302"/>
                    <a:pt x="0" y="612215"/>
                  </a:cubicBezTo>
                  <a:cubicBezTo>
                    <a:pt x="0" y="433125"/>
                    <a:pt x="52816" y="264632"/>
                    <a:pt x="145799" y="117602"/>
                  </a:cubicBezTo>
                  <a:lnTo>
                    <a:pt x="145888" y="117475"/>
                  </a:lnTo>
                  <a:lnTo>
                    <a:pt x="147371" y="117475"/>
                  </a:lnTo>
                  <a:cubicBezTo>
                    <a:pt x="147371" y="52595"/>
                    <a:pt x="621440" y="0"/>
                    <a:pt x="1206234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220CF-8EC5-76B8-BF54-F40ABF6AF125}"/>
                </a:ext>
              </a:extLst>
            </p:cNvPr>
            <p:cNvSpPr/>
            <p:nvPr/>
          </p:nvSpPr>
          <p:spPr>
            <a:xfrm>
              <a:off x="8430737" y="3336718"/>
              <a:ext cx="2117725" cy="2349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00547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44992-1104-DF21-DC2A-3D239397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96CEC19E-63D8-B76E-38A2-51B8FD7749D3}"/>
              </a:ext>
            </a:extLst>
          </p:cNvPr>
          <p:cNvSpPr/>
          <p:nvPr/>
        </p:nvSpPr>
        <p:spPr>
          <a:xfrm flipV="1">
            <a:off x="4296000" y="1708508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19195-2263-0A2B-D811-CBDB6472450E}"/>
              </a:ext>
            </a:extLst>
          </p:cNvPr>
          <p:cNvSpPr/>
          <p:nvPr/>
        </p:nvSpPr>
        <p:spPr>
          <a:xfrm>
            <a:off x="5376000" y="2210722"/>
            <a:ext cx="144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937D8634-F90D-9A60-BFD8-5BB8044BC793}"/>
              </a:ext>
            </a:extLst>
          </p:cNvPr>
          <p:cNvSpPr/>
          <p:nvPr/>
        </p:nvSpPr>
        <p:spPr>
          <a:xfrm flipV="1">
            <a:off x="6816000" y="1708508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CD480-F435-3E6E-924C-7A2FB08000E4}"/>
              </a:ext>
            </a:extLst>
          </p:cNvPr>
          <p:cNvSpPr/>
          <p:nvPr/>
        </p:nvSpPr>
        <p:spPr>
          <a:xfrm>
            <a:off x="6816001" y="2427414"/>
            <a:ext cx="702656" cy="28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78815-2430-FBBF-10DB-F1E8C87FA204}"/>
              </a:ext>
            </a:extLst>
          </p:cNvPr>
          <p:cNvSpPr/>
          <p:nvPr/>
        </p:nvSpPr>
        <p:spPr>
          <a:xfrm>
            <a:off x="4673342" y="2067414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B2C34E23-E899-D9C0-5A97-29DA5BED0D55}"/>
              </a:ext>
            </a:extLst>
          </p:cNvPr>
          <p:cNvSpPr/>
          <p:nvPr/>
        </p:nvSpPr>
        <p:spPr>
          <a:xfrm>
            <a:off x="5556000" y="3290722"/>
            <a:ext cx="1080000" cy="36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9978B-F240-DADA-6E23-512F9A2786B4}"/>
              </a:ext>
            </a:extLst>
          </p:cNvPr>
          <p:cNvSpPr/>
          <p:nvPr/>
        </p:nvSpPr>
        <p:spPr>
          <a:xfrm>
            <a:off x="7193341" y="2067414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F9DCF0-5FC7-53F4-887A-E6AB7E6924A9}"/>
              </a:ext>
            </a:extLst>
          </p:cNvPr>
          <p:cNvSpPr/>
          <p:nvPr/>
        </p:nvSpPr>
        <p:spPr>
          <a:xfrm>
            <a:off x="4673341" y="2427414"/>
            <a:ext cx="702656" cy="28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81B5F-291A-DE55-1B12-4195C6C1DF1F}"/>
              </a:ext>
            </a:extLst>
          </p:cNvPr>
          <p:cNvSpPr/>
          <p:nvPr/>
        </p:nvSpPr>
        <p:spPr>
          <a:xfrm>
            <a:off x="5933342" y="2930722"/>
            <a:ext cx="325315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1491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5EB54-9E40-2A08-F8D3-3E3D57DD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F88B5CCE-831B-510E-D8A3-D9D823318186}"/>
              </a:ext>
            </a:extLst>
          </p:cNvPr>
          <p:cNvGrpSpPr/>
          <p:nvPr/>
        </p:nvGrpSpPr>
        <p:grpSpPr>
          <a:xfrm>
            <a:off x="4296000" y="1708508"/>
            <a:ext cx="3600000" cy="1942214"/>
            <a:chOff x="4296000" y="1708508"/>
            <a:chExt cx="3600000" cy="1942214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6DE860FA-6071-ABA5-A1E9-C076777FE07D}"/>
                </a:ext>
              </a:extLst>
            </p:cNvPr>
            <p:cNvSpPr/>
            <p:nvPr/>
          </p:nvSpPr>
          <p:spPr>
            <a:xfrm flipV="1">
              <a:off x="4296000" y="1708508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9C5B7A-A747-9B95-3FCA-EB6869A34A7B}"/>
                </a:ext>
              </a:extLst>
            </p:cNvPr>
            <p:cNvSpPr/>
            <p:nvPr/>
          </p:nvSpPr>
          <p:spPr>
            <a:xfrm>
              <a:off x="5376000" y="2210722"/>
              <a:ext cx="1440000" cy="72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2702418D-0517-1FD8-D9B1-ED9B5958317E}"/>
                </a:ext>
              </a:extLst>
            </p:cNvPr>
            <p:cNvSpPr/>
            <p:nvPr/>
          </p:nvSpPr>
          <p:spPr>
            <a:xfrm flipV="1">
              <a:off x="6816000" y="1708508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42C178-B5B9-2030-6CEC-9A518458462B}"/>
                </a:ext>
              </a:extLst>
            </p:cNvPr>
            <p:cNvGrpSpPr/>
            <p:nvPr/>
          </p:nvGrpSpPr>
          <p:grpSpPr>
            <a:xfrm>
              <a:off x="4673340" y="2067414"/>
              <a:ext cx="325317" cy="360000"/>
              <a:chOff x="4673340" y="2067414"/>
              <a:chExt cx="325317" cy="360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7BFB358-0480-75AA-EC7E-10AF51901991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92FA08-1203-D788-4607-EFBE821859EC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BE7EF4-266B-C1FA-A318-E07311007200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B436736-1AC6-E788-48EE-41193803DCC5}"/>
                </a:ext>
              </a:extLst>
            </p:cNvPr>
            <p:cNvGrpSpPr/>
            <p:nvPr/>
          </p:nvGrpSpPr>
          <p:grpSpPr>
            <a:xfrm>
              <a:off x="4673341" y="2427412"/>
              <a:ext cx="702656" cy="286619"/>
              <a:chOff x="4673341" y="2427412"/>
              <a:chExt cx="702656" cy="28661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11765F0-615A-8B77-0DEE-3B21019C705B}"/>
                  </a:ext>
                </a:extLst>
              </p:cNvPr>
              <p:cNvSpPr/>
              <p:nvPr/>
            </p:nvSpPr>
            <p:spPr>
              <a:xfrm>
                <a:off x="4673341" y="2427414"/>
                <a:ext cx="702656" cy="28661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13C5675-DAF4-6D8B-F278-ADBB0DFC3498}"/>
                  </a:ext>
                </a:extLst>
              </p:cNvPr>
              <p:cNvSpPr/>
              <p:nvPr/>
            </p:nvSpPr>
            <p:spPr>
              <a:xfrm rot="16200000">
                <a:off x="5114552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5279C0-1AFB-92EF-394C-0AA7F9244BB4}"/>
                  </a:ext>
                </a:extLst>
              </p:cNvPr>
              <p:cNvSpPr/>
              <p:nvPr/>
            </p:nvSpPr>
            <p:spPr>
              <a:xfrm rot="16200000">
                <a:off x="4967757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7E9488-29CE-2F0A-80B3-D27496245093}"/>
                </a:ext>
              </a:extLst>
            </p:cNvPr>
            <p:cNvGrpSpPr/>
            <p:nvPr/>
          </p:nvGrpSpPr>
          <p:grpSpPr>
            <a:xfrm>
              <a:off x="7194079" y="2067412"/>
              <a:ext cx="325317" cy="360000"/>
              <a:chOff x="4673340" y="2067414"/>
              <a:chExt cx="325317" cy="36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C926-F7BD-487E-37C0-03A01AF7EE80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8A40CF-B09E-CD4A-DBD4-5A631AD206DF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D66803-9B94-0E12-ED0D-8D032775FD42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5D31E4D-3938-BD83-FBA8-D0EDDA2C3AD9}"/>
                </a:ext>
              </a:extLst>
            </p:cNvPr>
            <p:cNvGrpSpPr/>
            <p:nvPr/>
          </p:nvGrpSpPr>
          <p:grpSpPr>
            <a:xfrm>
              <a:off x="5933342" y="2930722"/>
              <a:ext cx="325317" cy="360000"/>
              <a:chOff x="4673340" y="2067414"/>
              <a:chExt cx="325317" cy="36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8B0FDB7-A321-CB08-95EC-4DC3CBFB0581}"/>
                  </a:ext>
                </a:extLst>
              </p:cNvPr>
              <p:cNvSpPr/>
              <p:nvPr/>
            </p:nvSpPr>
            <p:spPr>
              <a:xfrm>
                <a:off x="4673342" y="2067414"/>
                <a:ext cx="325315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092C331-F690-4DAB-7AD2-E717D23B1B32}"/>
                  </a:ext>
                </a:extLst>
              </p:cNvPr>
              <p:cNvSpPr/>
              <p:nvPr/>
            </p:nvSpPr>
            <p:spPr>
              <a:xfrm>
                <a:off x="4673340" y="2136140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E483104-9223-E5CA-1866-612FA58D6C4C}"/>
                  </a:ext>
                </a:extLst>
              </p:cNvPr>
              <p:cNvSpPr/>
              <p:nvPr/>
            </p:nvSpPr>
            <p:spPr>
              <a:xfrm>
                <a:off x="4673340" y="2291203"/>
                <a:ext cx="32531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FA13CCC-D216-26BF-6FBE-7D0712F6B784}"/>
                </a:ext>
              </a:extLst>
            </p:cNvPr>
            <p:cNvGrpSpPr/>
            <p:nvPr/>
          </p:nvGrpSpPr>
          <p:grpSpPr>
            <a:xfrm flipH="1">
              <a:off x="6816738" y="2427411"/>
              <a:ext cx="702656" cy="286619"/>
              <a:chOff x="4673341" y="2427412"/>
              <a:chExt cx="702656" cy="28661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1432EA-EFBE-5B3A-5D41-A9A147259BEE}"/>
                  </a:ext>
                </a:extLst>
              </p:cNvPr>
              <p:cNvSpPr/>
              <p:nvPr/>
            </p:nvSpPr>
            <p:spPr>
              <a:xfrm>
                <a:off x="4673341" y="2427414"/>
                <a:ext cx="702656" cy="28661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67DECD5-5E20-7817-840B-46DBAC4CABBE}"/>
                  </a:ext>
                </a:extLst>
              </p:cNvPr>
              <p:cNvSpPr/>
              <p:nvPr/>
            </p:nvSpPr>
            <p:spPr>
              <a:xfrm rot="16200000">
                <a:off x="5114552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AD97F5-22BE-AF58-2B9C-D7B41D17BB80}"/>
                  </a:ext>
                </a:extLst>
              </p:cNvPr>
              <p:cNvSpPr/>
              <p:nvPr/>
            </p:nvSpPr>
            <p:spPr>
              <a:xfrm rot="16200000">
                <a:off x="4967757" y="2547862"/>
                <a:ext cx="28661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DB698EE1-8246-9E54-4F83-CE396D677C3A}"/>
                </a:ext>
              </a:extLst>
            </p:cNvPr>
            <p:cNvSpPr/>
            <p:nvPr/>
          </p:nvSpPr>
          <p:spPr>
            <a:xfrm>
              <a:off x="5555999" y="3290722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570770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7BEA-52BD-5828-06D8-10F95BB3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340BF12A-C2FD-C710-061E-E6766DB5BC84}"/>
              </a:ext>
            </a:extLst>
          </p:cNvPr>
          <p:cNvSpPr/>
          <p:nvPr/>
        </p:nvSpPr>
        <p:spPr>
          <a:xfrm flipV="1">
            <a:off x="4296000" y="1708508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AD993F-6EC6-C0B0-14EC-585E5CF0ECB3}"/>
              </a:ext>
            </a:extLst>
          </p:cNvPr>
          <p:cNvSpPr/>
          <p:nvPr/>
        </p:nvSpPr>
        <p:spPr>
          <a:xfrm>
            <a:off x="5376000" y="2210722"/>
            <a:ext cx="1440000" cy="720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D90E9861-6C40-0503-EE80-3567333B6148}"/>
              </a:ext>
            </a:extLst>
          </p:cNvPr>
          <p:cNvSpPr/>
          <p:nvPr/>
        </p:nvSpPr>
        <p:spPr>
          <a:xfrm flipV="1">
            <a:off x="6816000" y="1708508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DB0ADEE-2554-5D87-D112-5C606A64BD75}"/>
              </a:ext>
            </a:extLst>
          </p:cNvPr>
          <p:cNvSpPr/>
          <p:nvPr/>
        </p:nvSpPr>
        <p:spPr>
          <a:xfrm>
            <a:off x="4673341" y="2067414"/>
            <a:ext cx="702656" cy="646617"/>
          </a:xfrm>
          <a:custGeom>
            <a:avLst/>
            <a:gdLst>
              <a:gd name="csX0" fmla="*/ 1 w 702656"/>
              <a:gd name="csY0" fmla="*/ 0 h 646617"/>
              <a:gd name="csX1" fmla="*/ 325316 w 702656"/>
              <a:gd name="csY1" fmla="*/ 0 h 646617"/>
              <a:gd name="csX2" fmla="*/ 325316 w 702656"/>
              <a:gd name="csY2" fmla="*/ 360000 h 646617"/>
              <a:gd name="csX3" fmla="*/ 702656 w 702656"/>
              <a:gd name="csY3" fmla="*/ 360000 h 646617"/>
              <a:gd name="csX4" fmla="*/ 702656 w 702656"/>
              <a:gd name="csY4" fmla="*/ 646617 h 646617"/>
              <a:gd name="csX5" fmla="*/ 0 w 702656"/>
              <a:gd name="csY5" fmla="*/ 646617 h 646617"/>
              <a:gd name="csX6" fmla="*/ 0 w 702656"/>
              <a:gd name="csY6" fmla="*/ 360000 h 646617"/>
              <a:gd name="csX7" fmla="*/ 1 w 702656"/>
              <a:gd name="csY7" fmla="*/ 360000 h 646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2656" h="646617">
                <a:moveTo>
                  <a:pt x="1" y="0"/>
                </a:moveTo>
                <a:lnTo>
                  <a:pt x="325316" y="0"/>
                </a:lnTo>
                <a:lnTo>
                  <a:pt x="325316" y="360000"/>
                </a:lnTo>
                <a:lnTo>
                  <a:pt x="702656" y="360000"/>
                </a:lnTo>
                <a:lnTo>
                  <a:pt x="702656" y="646617"/>
                </a:lnTo>
                <a:lnTo>
                  <a:pt x="0" y="646617"/>
                </a:lnTo>
                <a:lnTo>
                  <a:pt x="0" y="360000"/>
                </a:lnTo>
                <a:lnTo>
                  <a:pt x="1" y="3600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A7D69-365B-2EEF-26E0-B5CFAB7837BD}"/>
              </a:ext>
            </a:extLst>
          </p:cNvPr>
          <p:cNvSpPr/>
          <p:nvPr/>
        </p:nvSpPr>
        <p:spPr>
          <a:xfrm rot="16200000">
            <a:off x="5114552" y="2547862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C96027-94E5-C069-2279-563536A4DEE0}"/>
              </a:ext>
            </a:extLst>
          </p:cNvPr>
          <p:cNvSpPr/>
          <p:nvPr/>
        </p:nvSpPr>
        <p:spPr>
          <a:xfrm rot="16200000">
            <a:off x="4967757" y="2547862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0010E1-368D-1338-FD08-D119905026FB}"/>
              </a:ext>
            </a:extLst>
          </p:cNvPr>
          <p:cNvSpPr/>
          <p:nvPr/>
        </p:nvSpPr>
        <p:spPr>
          <a:xfrm>
            <a:off x="6816737" y="2067412"/>
            <a:ext cx="702658" cy="646618"/>
          </a:xfrm>
          <a:custGeom>
            <a:avLst/>
            <a:gdLst>
              <a:gd name="csX0" fmla="*/ 377343 w 702658"/>
              <a:gd name="csY0" fmla="*/ 0 h 646618"/>
              <a:gd name="csX1" fmla="*/ 702658 w 702658"/>
              <a:gd name="csY1" fmla="*/ 0 h 646618"/>
              <a:gd name="csX2" fmla="*/ 702658 w 702658"/>
              <a:gd name="csY2" fmla="*/ 504338 h 646618"/>
              <a:gd name="csX3" fmla="*/ 702656 w 702658"/>
              <a:gd name="csY3" fmla="*/ 504338 h 646618"/>
              <a:gd name="csX4" fmla="*/ 702656 w 702658"/>
              <a:gd name="csY4" fmla="*/ 646618 h 646618"/>
              <a:gd name="csX5" fmla="*/ 0 w 702658"/>
              <a:gd name="csY5" fmla="*/ 646618 h 646618"/>
              <a:gd name="csX6" fmla="*/ 0 w 702658"/>
              <a:gd name="csY6" fmla="*/ 360001 h 646618"/>
              <a:gd name="csX7" fmla="*/ 377343 w 702658"/>
              <a:gd name="csY7" fmla="*/ 360001 h 646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2658" h="646618">
                <a:moveTo>
                  <a:pt x="377343" y="0"/>
                </a:moveTo>
                <a:lnTo>
                  <a:pt x="702658" y="0"/>
                </a:lnTo>
                <a:lnTo>
                  <a:pt x="702658" y="504338"/>
                </a:lnTo>
                <a:lnTo>
                  <a:pt x="702656" y="504338"/>
                </a:lnTo>
                <a:lnTo>
                  <a:pt x="702656" y="646618"/>
                </a:lnTo>
                <a:lnTo>
                  <a:pt x="0" y="646618"/>
                </a:lnTo>
                <a:lnTo>
                  <a:pt x="0" y="360001"/>
                </a:lnTo>
                <a:lnTo>
                  <a:pt x="377343" y="360001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3635E1-4FB7-F149-8C99-E75D99DC1BC5}"/>
              </a:ext>
            </a:extLst>
          </p:cNvPr>
          <p:cNvSpPr/>
          <p:nvPr/>
        </p:nvSpPr>
        <p:spPr>
          <a:xfrm>
            <a:off x="5933344" y="2930722"/>
            <a:ext cx="325315" cy="36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908C3F-F515-CE32-F4D7-DAD0DC7A102B}"/>
              </a:ext>
            </a:extLst>
          </p:cNvPr>
          <p:cNvSpPr/>
          <p:nvPr/>
        </p:nvSpPr>
        <p:spPr>
          <a:xfrm>
            <a:off x="5933342" y="2999448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9F341F-B94B-153C-3B8D-CE555BD677D5}"/>
              </a:ext>
            </a:extLst>
          </p:cNvPr>
          <p:cNvSpPr/>
          <p:nvPr/>
        </p:nvSpPr>
        <p:spPr>
          <a:xfrm>
            <a:off x="5933342" y="3154511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1D89D9-586B-6A88-F376-3A43C954BFFF}"/>
              </a:ext>
            </a:extLst>
          </p:cNvPr>
          <p:cNvSpPr/>
          <p:nvPr/>
        </p:nvSpPr>
        <p:spPr>
          <a:xfrm rot="5400000" flipH="1">
            <a:off x="6791564" y="2547861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CFD747-8AA7-0CE1-E116-018D409B326F}"/>
              </a:ext>
            </a:extLst>
          </p:cNvPr>
          <p:cNvSpPr/>
          <p:nvPr/>
        </p:nvSpPr>
        <p:spPr>
          <a:xfrm rot="5400000" flipH="1">
            <a:off x="6938359" y="2547861"/>
            <a:ext cx="286619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6A1E8EDB-1EA4-CA7F-FDC0-745256A7D918}"/>
              </a:ext>
            </a:extLst>
          </p:cNvPr>
          <p:cNvSpPr/>
          <p:nvPr/>
        </p:nvSpPr>
        <p:spPr>
          <a:xfrm>
            <a:off x="5555999" y="3290722"/>
            <a:ext cx="1080000" cy="36000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28512-9E2B-6508-D173-6EA61C113978}"/>
              </a:ext>
            </a:extLst>
          </p:cNvPr>
          <p:cNvSpPr/>
          <p:nvPr/>
        </p:nvSpPr>
        <p:spPr>
          <a:xfrm>
            <a:off x="4673340" y="2291203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28B18-1882-2325-4D55-7C294E39AEA3}"/>
              </a:ext>
            </a:extLst>
          </p:cNvPr>
          <p:cNvSpPr/>
          <p:nvPr/>
        </p:nvSpPr>
        <p:spPr>
          <a:xfrm>
            <a:off x="4673340" y="2136140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CA5AF6-F8D8-4F52-138A-900CADFD0C26}"/>
              </a:ext>
            </a:extLst>
          </p:cNvPr>
          <p:cNvSpPr/>
          <p:nvPr/>
        </p:nvSpPr>
        <p:spPr>
          <a:xfrm>
            <a:off x="7194079" y="2291201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83A082-9325-A1F4-CF5E-E188479AF7CF}"/>
              </a:ext>
            </a:extLst>
          </p:cNvPr>
          <p:cNvSpPr/>
          <p:nvPr/>
        </p:nvSpPr>
        <p:spPr>
          <a:xfrm>
            <a:off x="7194079" y="2136138"/>
            <a:ext cx="325315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4041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9570-2626-1CAD-B8CD-62AF18A6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8B3042-B7B2-B33D-918E-4740248E3EDE}"/>
              </a:ext>
            </a:extLst>
          </p:cNvPr>
          <p:cNvGrpSpPr/>
          <p:nvPr/>
        </p:nvGrpSpPr>
        <p:grpSpPr>
          <a:xfrm>
            <a:off x="4296000" y="1488440"/>
            <a:ext cx="3600000" cy="2162282"/>
            <a:chOff x="4296000" y="1488440"/>
            <a:chExt cx="3600000" cy="2162282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C1B3A237-35D5-48A0-2A4A-EA76428EF63C}"/>
                </a:ext>
              </a:extLst>
            </p:cNvPr>
            <p:cNvSpPr/>
            <p:nvPr/>
          </p:nvSpPr>
          <p:spPr>
            <a:xfrm flipV="1">
              <a:off x="4296000" y="1488440"/>
              <a:ext cx="1080000" cy="580068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961E39-A69B-78CC-280B-26CB5DB6C373}"/>
                </a:ext>
              </a:extLst>
            </p:cNvPr>
            <p:cNvSpPr/>
            <p:nvPr/>
          </p:nvSpPr>
          <p:spPr>
            <a:xfrm>
              <a:off x="5376000" y="2210722"/>
              <a:ext cx="1440000" cy="720000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43C0A2F-047D-4C65-96F5-DDABF04F4EA6}"/>
                </a:ext>
              </a:extLst>
            </p:cNvPr>
            <p:cNvSpPr/>
            <p:nvPr/>
          </p:nvSpPr>
          <p:spPr>
            <a:xfrm>
              <a:off x="4673341" y="2067414"/>
              <a:ext cx="702656" cy="646617"/>
            </a:xfrm>
            <a:custGeom>
              <a:avLst/>
              <a:gdLst>
                <a:gd name="csX0" fmla="*/ 1 w 702656"/>
                <a:gd name="csY0" fmla="*/ 0 h 646617"/>
                <a:gd name="csX1" fmla="*/ 325316 w 702656"/>
                <a:gd name="csY1" fmla="*/ 0 h 646617"/>
                <a:gd name="csX2" fmla="*/ 325316 w 702656"/>
                <a:gd name="csY2" fmla="*/ 360000 h 646617"/>
                <a:gd name="csX3" fmla="*/ 702656 w 702656"/>
                <a:gd name="csY3" fmla="*/ 360000 h 646617"/>
                <a:gd name="csX4" fmla="*/ 702656 w 702656"/>
                <a:gd name="csY4" fmla="*/ 646617 h 646617"/>
                <a:gd name="csX5" fmla="*/ 0 w 702656"/>
                <a:gd name="csY5" fmla="*/ 646617 h 646617"/>
                <a:gd name="csX6" fmla="*/ 0 w 702656"/>
                <a:gd name="csY6" fmla="*/ 360000 h 646617"/>
                <a:gd name="csX7" fmla="*/ 1 w 702656"/>
                <a:gd name="csY7" fmla="*/ 360000 h 646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02656" h="646617">
                  <a:moveTo>
                    <a:pt x="1" y="0"/>
                  </a:moveTo>
                  <a:lnTo>
                    <a:pt x="325316" y="0"/>
                  </a:lnTo>
                  <a:lnTo>
                    <a:pt x="325316" y="360000"/>
                  </a:lnTo>
                  <a:lnTo>
                    <a:pt x="702656" y="360000"/>
                  </a:lnTo>
                  <a:lnTo>
                    <a:pt x="702656" y="646617"/>
                  </a:lnTo>
                  <a:lnTo>
                    <a:pt x="0" y="646617"/>
                  </a:lnTo>
                  <a:lnTo>
                    <a:pt x="0" y="360000"/>
                  </a:lnTo>
                  <a:lnTo>
                    <a:pt x="1" y="360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CBF815-0F7F-BD7A-57E2-D559B8109235}"/>
                </a:ext>
              </a:extLst>
            </p:cNvPr>
            <p:cNvSpPr/>
            <p:nvPr/>
          </p:nvSpPr>
          <p:spPr>
            <a:xfrm rot="16200000">
              <a:off x="5114552" y="2547862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B21206-3CE6-7F43-4FE3-4313DBB5DEF5}"/>
                </a:ext>
              </a:extLst>
            </p:cNvPr>
            <p:cNvSpPr/>
            <p:nvPr/>
          </p:nvSpPr>
          <p:spPr>
            <a:xfrm rot="16200000">
              <a:off x="4967757" y="2547862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C05CBC1-47D7-2915-647B-25FFE814186F}"/>
                </a:ext>
              </a:extLst>
            </p:cNvPr>
            <p:cNvSpPr/>
            <p:nvPr/>
          </p:nvSpPr>
          <p:spPr>
            <a:xfrm>
              <a:off x="6816737" y="2067412"/>
              <a:ext cx="702658" cy="646618"/>
            </a:xfrm>
            <a:custGeom>
              <a:avLst/>
              <a:gdLst>
                <a:gd name="csX0" fmla="*/ 377343 w 702658"/>
                <a:gd name="csY0" fmla="*/ 0 h 646618"/>
                <a:gd name="csX1" fmla="*/ 702658 w 702658"/>
                <a:gd name="csY1" fmla="*/ 0 h 646618"/>
                <a:gd name="csX2" fmla="*/ 702658 w 702658"/>
                <a:gd name="csY2" fmla="*/ 504338 h 646618"/>
                <a:gd name="csX3" fmla="*/ 702656 w 702658"/>
                <a:gd name="csY3" fmla="*/ 504338 h 646618"/>
                <a:gd name="csX4" fmla="*/ 702656 w 702658"/>
                <a:gd name="csY4" fmla="*/ 646618 h 646618"/>
                <a:gd name="csX5" fmla="*/ 0 w 702658"/>
                <a:gd name="csY5" fmla="*/ 646618 h 646618"/>
                <a:gd name="csX6" fmla="*/ 0 w 702658"/>
                <a:gd name="csY6" fmla="*/ 360001 h 646618"/>
                <a:gd name="csX7" fmla="*/ 377343 w 702658"/>
                <a:gd name="csY7" fmla="*/ 360001 h 646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02658" h="646618">
                  <a:moveTo>
                    <a:pt x="377343" y="0"/>
                  </a:moveTo>
                  <a:lnTo>
                    <a:pt x="702658" y="0"/>
                  </a:lnTo>
                  <a:lnTo>
                    <a:pt x="702658" y="504338"/>
                  </a:lnTo>
                  <a:lnTo>
                    <a:pt x="702656" y="504338"/>
                  </a:lnTo>
                  <a:lnTo>
                    <a:pt x="702656" y="646618"/>
                  </a:lnTo>
                  <a:lnTo>
                    <a:pt x="0" y="646618"/>
                  </a:lnTo>
                  <a:lnTo>
                    <a:pt x="0" y="360001"/>
                  </a:lnTo>
                  <a:lnTo>
                    <a:pt x="377343" y="360001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109290-7B06-4B6C-756C-B14A1D666340}"/>
                </a:ext>
              </a:extLst>
            </p:cNvPr>
            <p:cNvSpPr/>
            <p:nvPr/>
          </p:nvSpPr>
          <p:spPr>
            <a:xfrm>
              <a:off x="5933344" y="2930722"/>
              <a:ext cx="325315" cy="360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705CEE-4C6E-2169-2732-51104412934A}"/>
                </a:ext>
              </a:extLst>
            </p:cNvPr>
            <p:cNvSpPr/>
            <p:nvPr/>
          </p:nvSpPr>
          <p:spPr>
            <a:xfrm>
              <a:off x="5933342" y="2999448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6F0C89-45D3-7A46-9287-D75EFD323244}"/>
                </a:ext>
              </a:extLst>
            </p:cNvPr>
            <p:cNvSpPr/>
            <p:nvPr/>
          </p:nvSpPr>
          <p:spPr>
            <a:xfrm>
              <a:off x="5933342" y="3154511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20CA1C-4C86-F1DD-3899-7F7B98A20855}"/>
                </a:ext>
              </a:extLst>
            </p:cNvPr>
            <p:cNvSpPr/>
            <p:nvPr/>
          </p:nvSpPr>
          <p:spPr>
            <a:xfrm rot="5400000" flipH="1">
              <a:off x="6791564" y="2547861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CAB6A46-FC4F-E678-F23E-3AC65B4F2995}"/>
                </a:ext>
              </a:extLst>
            </p:cNvPr>
            <p:cNvSpPr/>
            <p:nvPr/>
          </p:nvSpPr>
          <p:spPr>
            <a:xfrm rot="5400000" flipH="1">
              <a:off x="6938359" y="2547861"/>
              <a:ext cx="286619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24B27C3C-8576-9720-607E-6B379DD8EB82}"/>
                </a:ext>
              </a:extLst>
            </p:cNvPr>
            <p:cNvSpPr/>
            <p:nvPr/>
          </p:nvSpPr>
          <p:spPr>
            <a:xfrm>
              <a:off x="5555999" y="3290722"/>
              <a:ext cx="1080000" cy="360000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3DDA61-F337-D683-325A-33F9260488A7}"/>
                </a:ext>
              </a:extLst>
            </p:cNvPr>
            <p:cNvSpPr/>
            <p:nvPr/>
          </p:nvSpPr>
          <p:spPr>
            <a:xfrm>
              <a:off x="4673340" y="2291203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DDD5B0-DC5D-FC27-EA35-2C8723103338}"/>
                </a:ext>
              </a:extLst>
            </p:cNvPr>
            <p:cNvSpPr/>
            <p:nvPr/>
          </p:nvSpPr>
          <p:spPr>
            <a:xfrm>
              <a:off x="4673340" y="2136140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1DEDF0E-5182-8C37-2164-78E278675FCC}"/>
                </a:ext>
              </a:extLst>
            </p:cNvPr>
            <p:cNvSpPr/>
            <p:nvPr/>
          </p:nvSpPr>
          <p:spPr>
            <a:xfrm>
              <a:off x="7194079" y="2291201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2A289A-2643-C27A-4F50-E8A61A582C86}"/>
                </a:ext>
              </a:extLst>
            </p:cNvPr>
            <p:cNvSpPr/>
            <p:nvPr/>
          </p:nvSpPr>
          <p:spPr>
            <a:xfrm>
              <a:off x="7194079" y="2136138"/>
              <a:ext cx="325315" cy="4571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D9083D-6C19-4E51-3106-03234ADA6D2C}"/>
                </a:ext>
              </a:extLst>
            </p:cNvPr>
            <p:cNvSpPr/>
            <p:nvPr/>
          </p:nvSpPr>
          <p:spPr>
            <a:xfrm>
              <a:off x="4622213" y="1598182"/>
              <a:ext cx="427567" cy="3594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A66677DC-2B6C-0CB6-0511-A471B981862F}"/>
                </a:ext>
              </a:extLst>
            </p:cNvPr>
            <p:cNvSpPr/>
            <p:nvPr/>
          </p:nvSpPr>
          <p:spPr>
            <a:xfrm flipV="1">
              <a:off x="6816000" y="1488440"/>
              <a:ext cx="1080000" cy="580068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8AFE4A-3F6F-713B-84E2-C4CE6B311E3D}"/>
                </a:ext>
              </a:extLst>
            </p:cNvPr>
            <p:cNvSpPr/>
            <p:nvPr/>
          </p:nvSpPr>
          <p:spPr>
            <a:xfrm>
              <a:off x="7142213" y="1598182"/>
              <a:ext cx="427567" cy="3594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40586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954B-90B4-2A12-A84C-18AAECA4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97A9-D3B9-C51A-4BF9-244065A0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64E227-9964-C445-7016-B7792A920DCC}"/>
              </a:ext>
            </a:extLst>
          </p:cNvPr>
          <p:cNvSpPr/>
          <p:nvPr/>
        </p:nvSpPr>
        <p:spPr>
          <a:xfrm>
            <a:off x="7704667" y="2091267"/>
            <a:ext cx="2785533" cy="1456266"/>
          </a:xfrm>
          <a:prstGeom prst="roundRect">
            <a:avLst/>
          </a:prstGeom>
          <a:solidFill>
            <a:srgbClr val="267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31836E-394A-E607-763E-E339840146A4}"/>
              </a:ext>
            </a:extLst>
          </p:cNvPr>
          <p:cNvSpPr/>
          <p:nvPr/>
        </p:nvSpPr>
        <p:spPr>
          <a:xfrm>
            <a:off x="4495800" y="2175933"/>
            <a:ext cx="1473200" cy="13208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220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93</Words>
  <Application>Microsoft Office PowerPoint</Application>
  <PresentationFormat>Widescreen</PresentationFormat>
  <Paragraphs>35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Zhafran Haris</dc:creator>
  <cp:lastModifiedBy>Code Unknown</cp:lastModifiedBy>
  <cp:revision>32</cp:revision>
  <dcterms:created xsi:type="dcterms:W3CDTF">2026-02-07T04:18:31Z</dcterms:created>
  <dcterms:modified xsi:type="dcterms:W3CDTF">2026-02-09T08:40:07Z</dcterms:modified>
</cp:coreProperties>
</file>