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66" r:id="rId2"/>
    <p:sldId id="274" r:id="rId3"/>
    <p:sldId id="289" r:id="rId4"/>
    <p:sldId id="291" r:id="rId5"/>
    <p:sldId id="290" r:id="rId6"/>
    <p:sldId id="287" r:id="rId7"/>
    <p:sldId id="295" r:id="rId8"/>
    <p:sldId id="296" r:id="rId9"/>
    <p:sldId id="298" r:id="rId10"/>
    <p:sldId id="272" r:id="rId11"/>
    <p:sldId id="271" r:id="rId12"/>
    <p:sldId id="275" r:id="rId13"/>
    <p:sldId id="292" r:id="rId14"/>
    <p:sldId id="293" r:id="rId15"/>
    <p:sldId id="294" r:id="rId16"/>
    <p:sldId id="280" r:id="rId17"/>
    <p:sldId id="281" r:id="rId18"/>
    <p:sldId id="283" r:id="rId19"/>
    <p:sldId id="285" r:id="rId20"/>
    <p:sldId id="297" r:id="rId21"/>
    <p:sldId id="299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2A1D"/>
    <a:srgbClr val="7A5A44"/>
    <a:srgbClr val="B8A18A"/>
    <a:srgbClr val="FF0000"/>
    <a:srgbClr val="267F00"/>
    <a:srgbClr val="41BDF6"/>
    <a:srgbClr val="71CBF7"/>
    <a:srgbClr val="8FDBFF"/>
    <a:srgbClr val="299B6B"/>
    <a:srgbClr val="ABA5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510" autoAdjust="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BB00BF-AFC5-4125-B638-687208B0E864}" type="datetimeFigureOut">
              <a:rPr lang="en-ID" smtClean="0"/>
              <a:t>09/02/2026</a:t>
            </a:fld>
            <a:endParaRPr lang="en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127409-6A7F-4D43-AA9A-EB24F737FC04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7144958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</a:t>
            </a:r>
            <a:r>
              <a:rPr lang="en-US" dirty="0" err="1"/>
              <a:t>yg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elips</a:t>
            </a:r>
            <a:r>
              <a:rPr lang="en-US" dirty="0"/>
              <a:t> 7x8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127409-6A7F-4D43-AA9A-EB24F737FC04}" type="slidenum">
              <a:rPr lang="en-ID" smtClean="0"/>
              <a:t>1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2245806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ED73C-39D0-9254-CB85-F257910BA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C36FF3-1678-6D75-3440-3D90BD0F77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16B0A2-7F91-22EE-B3E1-E25783436A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</a:t>
            </a:r>
            <a:r>
              <a:rPr lang="en-US" dirty="0" err="1"/>
              <a:t>yg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elips</a:t>
            </a:r>
            <a:r>
              <a:rPr lang="en-US" dirty="0"/>
              <a:t> 7x8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266A0-0AA3-A764-77E7-1FE236BDE1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127409-6A7F-4D43-AA9A-EB24F737FC04}" type="slidenum">
              <a:rPr lang="en-ID" smtClean="0"/>
              <a:t>2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0584618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50AB3-D6CD-D7B1-E395-22B5B40E4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DC3B06-9E44-5CAA-2B23-516F926F99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80946E-F84B-197A-81E9-233B6E24CD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</a:t>
            </a:r>
            <a:r>
              <a:rPr lang="en-US" dirty="0" err="1"/>
              <a:t>yg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elips</a:t>
            </a:r>
            <a:r>
              <a:rPr lang="en-US" dirty="0"/>
              <a:t> 7x8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5F36A3-C47F-1879-1A2A-D275CD84EE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127409-6A7F-4D43-AA9A-EB24F737FC04}" type="slidenum">
              <a:rPr lang="en-ID" smtClean="0"/>
              <a:t>3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0421123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460DC-0BB3-D0FA-BC6D-BEE89C47E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F28FB7-37B6-704A-86C7-5E195F0CC7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D24D7F-BAC3-834D-6C04-82343344E7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</a:t>
            </a:r>
            <a:r>
              <a:rPr lang="en-US" dirty="0" err="1"/>
              <a:t>yg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elips</a:t>
            </a:r>
            <a:r>
              <a:rPr lang="en-US" dirty="0"/>
              <a:t> 7x8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AE07F2-93A5-F7A2-20A0-E51C175EE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127409-6A7F-4D43-AA9A-EB24F737FC04}" type="slidenum">
              <a:rPr lang="en-ID" smtClean="0"/>
              <a:t>4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3549776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B5997-469F-8E87-BD08-593E618B5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F7C887-D9CC-F73B-1666-C87573434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25CCAB-D94A-97EF-CE8F-C110089A24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</a:t>
            </a:r>
            <a:r>
              <a:rPr lang="en-US" dirty="0" err="1"/>
              <a:t>yg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elips</a:t>
            </a:r>
            <a:r>
              <a:rPr lang="en-US" dirty="0"/>
              <a:t> 7x8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475EC-22EF-5115-B889-FF99C4C248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127409-6A7F-4D43-AA9A-EB24F737FC04}" type="slidenum">
              <a:rPr lang="en-ID" smtClean="0"/>
              <a:t>5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8387067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44BCD-EB7A-1C72-18DF-60B3A2B5C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1AF139-90CD-E343-57CE-FA7A7E83A8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08892C-3B93-C07C-A51D-EF77573631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60017A-064F-BE70-2113-AC411CA090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127409-6A7F-4D43-AA9A-EB24F737FC04}" type="slidenum">
              <a:rPr lang="en-ID" smtClean="0"/>
              <a:t>6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1422985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AD17E-7442-D912-387A-333649079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C45197-531F-FED3-760A-B16275C8E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FF8B54-0FB0-EA91-EA60-53C5D98EC9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EE4DB-713A-4EF1-65D9-CB70BC630D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127409-6A7F-4D43-AA9A-EB24F737FC04}" type="slidenum">
              <a:rPr lang="en-ID" smtClean="0"/>
              <a:t>7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8742853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430C5-6D6A-3877-46F8-77007604F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A6D895-E0C4-DCC6-1B78-B28435A0D7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50D396-3593-3DE0-92F1-23FDF390C8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821738-4C02-3B99-8C1C-119751A89C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127409-6A7F-4D43-AA9A-EB24F737FC04}" type="slidenum">
              <a:rPr lang="en-ID" smtClean="0"/>
              <a:t>8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0314024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813C1-17DF-8802-9445-5896ED3C8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462968-DDB9-1D11-535F-8E2DEC2797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2376AF-9ED1-F2F1-014D-C178199A49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012FBB-E290-AA01-3DCE-4511295B43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127409-6A7F-4D43-AA9A-EB24F737FC04}" type="slidenum">
              <a:rPr lang="en-ID" smtClean="0"/>
              <a:t>9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9809588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07973-DB4D-02E2-B486-B63012B9E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56796B-6179-29FB-518B-11EDADE95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BD4C9A-693C-5B8C-EAE4-A5F5954B9F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3D0098-0FD2-1AF7-038B-EEC3FF94A3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127409-6A7F-4D43-AA9A-EB24F737FC04}" type="slidenum">
              <a:rPr lang="en-ID" smtClean="0"/>
              <a:t>10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4137098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FE523-E2A8-D255-7D41-02BB4FE92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16DD63-090E-6651-1013-7C04790A56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F68CC3-FBD2-9E0E-F0FD-9A38EACB7D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</a:t>
            </a:r>
            <a:r>
              <a:rPr lang="en-US" dirty="0" err="1"/>
              <a:t>yg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elips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290FC7-25A2-4B87-1924-F08BA4A2E4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127409-6A7F-4D43-AA9A-EB24F737FC04}" type="slidenum">
              <a:rPr lang="en-ID" smtClean="0"/>
              <a:t>11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5914823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9C4BD-E665-AAD2-5145-7D061815B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7A65-0841-F779-E3B1-75D959E9B5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FF62F3-5B55-75DE-19D5-5740EED191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</a:t>
            </a:r>
            <a:r>
              <a:rPr lang="en-US" dirty="0" err="1"/>
              <a:t>yg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elips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212CCF-E1F8-00AB-7F19-CB2FFF8EA9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127409-6A7F-4D43-AA9A-EB24F737FC04}" type="slidenum">
              <a:rPr lang="en-ID" smtClean="0"/>
              <a:t>12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1566199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926DA-33F2-5AF1-79D0-FC20EA398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705F2C-FC08-1FD6-3082-B0C294C954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B5B1C9-C42E-4519-D19A-EE19CA29EC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</a:t>
            </a:r>
            <a:r>
              <a:rPr lang="en-US" dirty="0" err="1"/>
              <a:t>yg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elips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2E0153-E9BB-599B-FF52-DBF998CC08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127409-6A7F-4D43-AA9A-EB24F737FC04}" type="slidenum">
              <a:rPr lang="en-ID" smtClean="0"/>
              <a:t>13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2690860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B49F3-3D98-974E-A11F-4745090F2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9E4255-3FF9-CE67-60F0-3ED6F16084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B77F08-ACE5-10E6-0D13-9148FC80BA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</a:t>
            </a:r>
            <a:r>
              <a:rPr lang="en-US" dirty="0" err="1"/>
              <a:t>yg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elips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5ABB90-28A7-4D2D-4D91-870B01350F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127409-6A7F-4D43-AA9A-EB24F737FC04}" type="slidenum">
              <a:rPr lang="en-ID" smtClean="0"/>
              <a:t>14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7127374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8DE18-324A-B308-9213-94F951A54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3E4312-F1BB-8A6E-400A-2D35EC599C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1EFCB2-6C29-4022-FE03-1E158600DE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</a:t>
            </a:r>
            <a:r>
              <a:rPr lang="en-US" dirty="0" err="1"/>
              <a:t>yg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elips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9E60E-871A-ACE8-3664-8C8A6D0AB4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127409-6A7F-4D43-AA9A-EB24F737FC04}" type="slidenum">
              <a:rPr lang="en-ID" smtClean="0"/>
              <a:t>15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3758157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10838-D549-EAFE-430A-0100A6238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F37D59-0332-5705-7B77-16F76D971C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EFA636-251E-99D0-0FC2-44D6893B80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</a:t>
            </a:r>
            <a:r>
              <a:rPr lang="en-US" dirty="0" err="1"/>
              <a:t>yg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elips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E3EFA7-ED02-F958-F772-C283C34008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127409-6A7F-4D43-AA9A-EB24F737FC04}" type="slidenum">
              <a:rPr lang="en-ID" smtClean="0"/>
              <a:t>16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6343554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D3C91-26F4-E3E8-6962-FF138F418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83E555-A505-BD66-D1BB-614AD9BBFA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E46E22-D985-086D-3F83-D2F57AFBA5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Tes</a:t>
            </a:r>
            <a:r>
              <a:rPr lang="en-US" dirty="0"/>
              <a:t> </a:t>
            </a:r>
            <a:r>
              <a:rPr lang="en-US" dirty="0" err="1"/>
              <a:t>yg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rapi</a:t>
            </a:r>
            <a:r>
              <a:rPr lang="en-US" dirty="0"/>
              <a:t>?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C0567-92FD-8791-932C-4D515C05CA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127409-6A7F-4D43-AA9A-EB24F737FC04}" type="slidenum">
              <a:rPr lang="en-ID" smtClean="0"/>
              <a:t>17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6336197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C94A3-D4E5-F1CC-A35E-EB67A21C3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4636EC-0170-B8A8-FA92-4D930C5675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BA14C-4537-406E-821A-AE5B53F43E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Tes</a:t>
            </a:r>
            <a:r>
              <a:rPr lang="en-US" dirty="0"/>
              <a:t> </a:t>
            </a:r>
            <a:r>
              <a:rPr lang="en-US" dirty="0" err="1"/>
              <a:t>yg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rapi</a:t>
            </a:r>
            <a:r>
              <a:rPr lang="en-US" dirty="0"/>
              <a:t>?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1230A-E9A9-44B2-34A1-9C36F0F3B2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127409-6A7F-4D43-AA9A-EB24F737FC04}" type="slidenum">
              <a:rPr lang="en-ID" smtClean="0"/>
              <a:t>18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4731948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8D143-342D-0588-32DD-B171974FF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6BC45B-E299-FDAC-AA22-2DAB8DB220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7D1D8E-58FB-C641-F47A-FB03B10467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Tes</a:t>
            </a:r>
            <a:r>
              <a:rPr lang="en-US" dirty="0"/>
              <a:t> </a:t>
            </a:r>
            <a:r>
              <a:rPr lang="en-US" dirty="0" err="1"/>
              <a:t>yg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rapi</a:t>
            </a:r>
            <a:r>
              <a:rPr lang="en-US" dirty="0"/>
              <a:t>?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DEF253-D798-99BF-D8C2-349826DC31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127409-6A7F-4D43-AA9A-EB24F737FC04}" type="slidenum">
              <a:rPr lang="en-ID" smtClean="0"/>
              <a:t>19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88481049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9E956-00D3-CB32-5201-226B45FCA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D66FDC-D978-40F8-D032-83DCCDDABE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B7A5D4-6E6A-81C7-72C1-3A5CAB806C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Tes</a:t>
            </a:r>
            <a:r>
              <a:rPr lang="en-US" dirty="0"/>
              <a:t> </a:t>
            </a:r>
            <a:r>
              <a:rPr lang="en-US" dirty="0" err="1"/>
              <a:t>yg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rapi</a:t>
            </a:r>
            <a:r>
              <a:rPr lang="en-US" dirty="0"/>
              <a:t>?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3E1B6-2B3D-27B9-B531-D27C67AD00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127409-6A7F-4D43-AA9A-EB24F737FC04}" type="slidenum">
              <a:rPr lang="en-ID" smtClean="0"/>
              <a:t>20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8025105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E64E9-F615-1539-5CD0-C1AAE88941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DB671F-9BC6-A91C-49C6-9907D96BC5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AEB3FF-BFD2-332F-EBB3-154D74B1A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CA608-350A-444A-A61E-CA43A1EDB250}" type="datetimeFigureOut">
              <a:rPr lang="en-ID" smtClean="0"/>
              <a:t>09/02/2026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983F6D-8D10-E16F-EF0A-16658ACFB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D6E475-01FF-9F37-7C59-2780D78FB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D35A0-698D-4680-9FE3-B50454098BCD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333141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A25966-A861-1B29-D563-B31972C92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8DB7D7-5A44-B28B-3E9E-56AC08B1D5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320E5B-1F3A-FBB7-DCF7-E0655EF99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CA608-350A-444A-A61E-CA43A1EDB250}" type="datetimeFigureOut">
              <a:rPr lang="en-ID" smtClean="0"/>
              <a:t>09/02/2026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FD77C0-39F2-D145-0118-075C08E05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C33254-B9F6-89B1-16C5-ACBA71B9F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D35A0-698D-4680-9FE3-B50454098BCD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7910126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9D049-F599-0973-26A2-7DB698604E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62724F-CE1A-52B1-A4D9-F5B59D179B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AF3819-3979-5770-0BE0-E44E96B5E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CA608-350A-444A-A61E-CA43A1EDB250}" type="datetimeFigureOut">
              <a:rPr lang="en-ID" smtClean="0"/>
              <a:t>09/02/2026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CA7085-1A7B-25D9-E670-38BD6B5C7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4DAE78-0C3D-DFE1-9D6F-6089EBA90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D35A0-698D-4680-9FE3-B50454098BCD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9078869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08F9-EA8F-E3A9-0432-262557FA7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A10D8-6A45-DD41-C5C8-81CB13D75A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3A0A76-D5A6-1E50-F797-39781F7282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76AF34-9BE0-4D2B-E493-76BBA8858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CA608-350A-444A-A61E-CA43A1EDB250}" type="datetimeFigureOut">
              <a:rPr lang="en-ID" smtClean="0"/>
              <a:t>09/02/2026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057390-2240-4D1C-55CD-1B8C9C513D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AF5AD0-FBA5-D422-5C76-BE2C9E481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D35A0-698D-4680-9FE3-B50454098BCD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7642418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1A1F7-0EB5-025A-6AF8-B1DD7F9FE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5B8B98-E80B-FDF5-D2A9-272FFAB719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DFF015-8F5A-FDC7-F8BE-85F0FA0F59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6C6D32-2B0A-7B0B-6BEE-96049F9D41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8896CC-C2E6-1051-65A7-BA666EFC7B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5AE6E2D-E5EB-087F-543E-B9C8005C9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CA608-350A-444A-A61E-CA43A1EDB250}" type="datetimeFigureOut">
              <a:rPr lang="en-ID" smtClean="0"/>
              <a:t>09/02/2026</a:t>
            </a:fld>
            <a:endParaRPr lang="en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FE7B00D-6C94-BBAA-2711-056A5066C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65E898-E8AF-A999-242B-8EEC891CD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D35A0-698D-4680-9FE3-B50454098BCD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1099726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56C44-CBBF-F3E7-60DB-5A7A0ECB1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F7C05E-B5D1-43D9-A495-51957A5B27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CA608-350A-444A-A61E-CA43A1EDB250}" type="datetimeFigureOut">
              <a:rPr lang="en-ID" smtClean="0"/>
              <a:t>09/02/2026</a:t>
            </a:fld>
            <a:endParaRPr lang="en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83E614-A9C1-F282-6786-08FC95994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37483A-BF61-F429-AEB8-28A849782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D35A0-698D-4680-9FE3-B50454098BCD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597144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6A4DFF-1FFA-3B1D-3A2E-7773144A1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CA608-350A-444A-A61E-CA43A1EDB250}" type="datetimeFigureOut">
              <a:rPr lang="en-ID" smtClean="0"/>
              <a:t>09/02/2026</a:t>
            </a:fld>
            <a:endParaRPr lang="en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D0A95AF-E775-15A9-E0B3-C67D93238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0E761-FA52-39B5-4A88-AFA34FD9E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D35A0-698D-4680-9FE3-B50454098BCD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80088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74FF6-1450-FA66-1E85-C23EF3D2A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32B311-881A-B9C8-43B8-E0CE84313A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9DC502-4CBA-5B0B-BAB0-51D42A4584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30F005-B3D1-3338-C823-127A5C87B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CA608-350A-444A-A61E-CA43A1EDB250}" type="datetimeFigureOut">
              <a:rPr lang="en-ID" smtClean="0"/>
              <a:t>09/02/2026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940601-3089-956A-6A49-862348E27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E08C81-2D0C-463A-E526-6F01BD1E9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D35A0-698D-4680-9FE3-B50454098BCD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478451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53A262-6880-272A-CDF8-A2A2C7AD7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A3A912-FD3E-6DF7-6A4A-717A2C825F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0041EF-0978-CEA7-135E-3C9EBC3138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3F29F8-D4F2-7D8E-DD63-C0CEAE567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CA608-350A-444A-A61E-CA43A1EDB250}" type="datetimeFigureOut">
              <a:rPr lang="en-ID" smtClean="0"/>
              <a:t>09/02/2026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A79012-E3F1-5CBD-AAC0-DA063E76A9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A1B06-D83C-04CD-F8C6-161834A94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D35A0-698D-4680-9FE3-B50454098BCD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6018823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0546E-B88B-8568-02F0-9311EFB0E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A294C3-0001-6A3E-953D-D9AD9261E6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09B18E-D959-E9F2-481B-C8FE677B5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CA608-350A-444A-A61E-CA43A1EDB250}" type="datetimeFigureOut">
              <a:rPr lang="en-ID" smtClean="0"/>
              <a:t>09/02/2026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834690-22EE-E8BE-72B2-07A3483F2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874364-36B6-9ABC-E686-FD771DC11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D35A0-698D-4680-9FE3-B50454098BCD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150238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614227-55D5-ED33-4A13-982AB4E8D3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AE7D53-4067-3EBC-25FC-751A8B8BEF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672D09-EDA2-5852-504F-8BF4D39A1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CA608-350A-444A-A61E-CA43A1EDB250}" type="datetimeFigureOut">
              <a:rPr lang="en-ID" smtClean="0"/>
              <a:t>09/02/2026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1817C1-F7BF-C70D-BE56-F308038CE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9194D4-5E74-0321-DB95-7350E428A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D35A0-698D-4680-9FE3-B50454098BCD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0471957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5520C9-5ED0-D514-255B-8424C687F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53375D-25A3-748B-F86A-7220423D2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6B5B0-9BDB-C1DA-6A58-B9DDE326C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0CA608-350A-444A-A61E-CA43A1EDB250}" type="datetimeFigureOut">
              <a:rPr lang="en-ID" smtClean="0"/>
              <a:t>09/02/2026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6A0A64-5A60-CF9E-5A50-6CEC25C2FF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7DEC35-4E98-16AD-B000-8976808CA1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ED35A0-698D-4680-9FE3-B50454098BCD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142082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258A4A-8CA5-657F-3F3D-4DA4BEB36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F91235D-8FB5-BA8D-9A1C-875394771D02}"/>
              </a:ext>
            </a:extLst>
          </p:cNvPr>
          <p:cNvSpPr/>
          <p:nvPr/>
        </p:nvSpPr>
        <p:spPr>
          <a:xfrm>
            <a:off x="4912681" y="2227662"/>
            <a:ext cx="2520000" cy="2880000"/>
          </a:xfrm>
          <a:custGeom>
            <a:avLst/>
            <a:gdLst>
              <a:gd name="csX0" fmla="*/ 1183677 w 2369574"/>
              <a:gd name="csY0" fmla="*/ 0 h 2924441"/>
              <a:gd name="csX1" fmla="*/ 1522926 w 2369574"/>
              <a:gd name="csY1" fmla="*/ 132080 h 2924441"/>
              <a:gd name="csX2" fmla="*/ 1525475 w 2369574"/>
              <a:gd name="csY2" fmla="*/ 132080 h 2924441"/>
              <a:gd name="csX3" fmla="*/ 1525475 w 2369574"/>
              <a:gd name="csY3" fmla="*/ 749497 h 2924441"/>
              <a:gd name="csX4" fmla="*/ 1537107 w 2369574"/>
              <a:gd name="csY4" fmla="*/ 752302 h 2924441"/>
              <a:gd name="csX5" fmla="*/ 2369574 w 2369574"/>
              <a:gd name="csY5" fmla="*/ 1813396 h 2924441"/>
              <a:gd name="csX6" fmla="*/ 1184787 w 2369574"/>
              <a:gd name="csY6" fmla="*/ 2924441 h 2924441"/>
              <a:gd name="csX7" fmla="*/ 0 w 2369574"/>
              <a:gd name="csY7" fmla="*/ 1813396 h 2924441"/>
              <a:gd name="csX8" fmla="*/ 832467 w 2369574"/>
              <a:gd name="csY8" fmla="*/ 752302 h 2924441"/>
              <a:gd name="csX9" fmla="*/ 844100 w 2369574"/>
              <a:gd name="csY9" fmla="*/ 749497 h 2924441"/>
              <a:gd name="csX10" fmla="*/ 844100 w 2369574"/>
              <a:gd name="csY10" fmla="*/ 132080 h 2924441"/>
              <a:gd name="csX11" fmla="*/ 844428 w 2369574"/>
              <a:gd name="csY11" fmla="*/ 132080 h 2924441"/>
              <a:gd name="csX12" fmla="*/ 1183677 w 2369574"/>
              <a:gd name="csY12" fmla="*/ 0 h 29244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2369574" h="2924441">
                <a:moveTo>
                  <a:pt x="1183677" y="0"/>
                </a:moveTo>
                <a:cubicBezTo>
                  <a:pt x="1371039" y="0"/>
                  <a:pt x="1522926" y="59134"/>
                  <a:pt x="1522926" y="132080"/>
                </a:cubicBezTo>
                <a:lnTo>
                  <a:pt x="1525475" y="132080"/>
                </a:lnTo>
                <a:lnTo>
                  <a:pt x="1525475" y="749497"/>
                </a:lnTo>
                <a:lnTo>
                  <a:pt x="1537107" y="752302"/>
                </a:lnTo>
                <a:cubicBezTo>
                  <a:pt x="2019396" y="892973"/>
                  <a:pt x="2369574" y="1314836"/>
                  <a:pt x="2369574" y="1813396"/>
                </a:cubicBezTo>
                <a:cubicBezTo>
                  <a:pt x="2369574" y="2427009"/>
                  <a:pt x="1839127" y="2924441"/>
                  <a:pt x="1184787" y="2924441"/>
                </a:cubicBezTo>
                <a:cubicBezTo>
                  <a:pt x="530447" y="2924441"/>
                  <a:pt x="0" y="2427009"/>
                  <a:pt x="0" y="1813396"/>
                </a:cubicBezTo>
                <a:cubicBezTo>
                  <a:pt x="0" y="1314836"/>
                  <a:pt x="350178" y="892973"/>
                  <a:pt x="832467" y="752302"/>
                </a:cubicBezTo>
                <a:lnTo>
                  <a:pt x="844100" y="749497"/>
                </a:lnTo>
                <a:lnTo>
                  <a:pt x="844100" y="132080"/>
                </a:lnTo>
                <a:lnTo>
                  <a:pt x="844428" y="132080"/>
                </a:lnTo>
                <a:cubicBezTo>
                  <a:pt x="844428" y="59134"/>
                  <a:pt x="996315" y="0"/>
                  <a:pt x="1183677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accent1">
                  <a:lumMod val="5000"/>
                  <a:lumOff val="95000"/>
                  <a:alpha val="0"/>
                </a:schemeClr>
              </a:gs>
              <a:gs pos="50000">
                <a:schemeClr val="bg1"/>
              </a:gs>
            </a:gsLst>
            <a:lin ang="2700000" scaled="1"/>
            <a:tileRect/>
          </a:gra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56DC629-0D56-87F6-AE2D-3003F4A9923C}"/>
              </a:ext>
            </a:extLst>
          </p:cNvPr>
          <p:cNvSpPr/>
          <p:nvPr/>
        </p:nvSpPr>
        <p:spPr>
          <a:xfrm>
            <a:off x="5813612" y="2227662"/>
            <a:ext cx="721659" cy="26416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rgbClr val="F6F8FC">
                  <a:alpha val="0"/>
                </a:srgbClr>
              </a:gs>
              <a:gs pos="50000">
                <a:srgbClr val="FFFFFF"/>
              </a:gs>
            </a:gsLst>
            <a:lin ang="2700000" scaled="1"/>
            <a:tileRect/>
          </a:gra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52E9E6FA-97A5-CD3D-08B3-0E383A763E6F}"/>
              </a:ext>
            </a:extLst>
          </p:cNvPr>
          <p:cNvSpPr/>
          <p:nvPr/>
        </p:nvSpPr>
        <p:spPr>
          <a:xfrm>
            <a:off x="4966446" y="3397250"/>
            <a:ext cx="2415988" cy="1649880"/>
          </a:xfrm>
          <a:custGeom>
            <a:avLst/>
            <a:gdLst>
              <a:gd name="csX0" fmla="*/ 1206234 w 2415988"/>
              <a:gd name="csY0" fmla="*/ 0 h 1649880"/>
              <a:gd name="csX1" fmla="*/ 2265097 w 2415988"/>
              <a:gd name="csY1" fmla="*/ 117475 h 1649880"/>
              <a:gd name="csX2" fmla="*/ 2270100 w 2415988"/>
              <a:gd name="csY2" fmla="*/ 117475 h 1649880"/>
              <a:gd name="csX3" fmla="*/ 2270190 w 2415988"/>
              <a:gd name="csY3" fmla="*/ 117602 h 1649880"/>
              <a:gd name="csX4" fmla="*/ 2415988 w 2415988"/>
              <a:gd name="csY4" fmla="*/ 612215 h 1649880"/>
              <a:gd name="csX5" fmla="*/ 1207994 w 2415988"/>
              <a:gd name="csY5" fmla="*/ 1649880 h 1649880"/>
              <a:gd name="csX6" fmla="*/ 0 w 2415988"/>
              <a:gd name="csY6" fmla="*/ 612215 h 1649880"/>
              <a:gd name="csX7" fmla="*/ 145799 w 2415988"/>
              <a:gd name="csY7" fmla="*/ 117602 h 1649880"/>
              <a:gd name="csX8" fmla="*/ 145888 w 2415988"/>
              <a:gd name="csY8" fmla="*/ 117475 h 1649880"/>
              <a:gd name="csX9" fmla="*/ 147371 w 2415988"/>
              <a:gd name="csY9" fmla="*/ 117475 h 1649880"/>
              <a:gd name="csX10" fmla="*/ 1206234 w 2415988"/>
              <a:gd name="csY10" fmla="*/ 0 h 16498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15988" h="1649880">
                <a:moveTo>
                  <a:pt x="1206234" y="0"/>
                </a:moveTo>
                <a:cubicBezTo>
                  <a:pt x="1791028" y="0"/>
                  <a:pt x="2265097" y="52595"/>
                  <a:pt x="2265097" y="117475"/>
                </a:cubicBezTo>
                <a:lnTo>
                  <a:pt x="2270100" y="117475"/>
                </a:lnTo>
                <a:lnTo>
                  <a:pt x="2270190" y="117602"/>
                </a:lnTo>
                <a:cubicBezTo>
                  <a:pt x="2363172" y="264632"/>
                  <a:pt x="2415988" y="433125"/>
                  <a:pt x="2415988" y="612215"/>
                </a:cubicBezTo>
                <a:cubicBezTo>
                  <a:pt x="2415988" y="1185302"/>
                  <a:pt x="1875151" y="1649880"/>
                  <a:pt x="1207994" y="1649880"/>
                </a:cubicBezTo>
                <a:cubicBezTo>
                  <a:pt x="540837" y="1649880"/>
                  <a:pt x="0" y="1185302"/>
                  <a:pt x="0" y="612215"/>
                </a:cubicBezTo>
                <a:cubicBezTo>
                  <a:pt x="0" y="433125"/>
                  <a:pt x="52816" y="264632"/>
                  <a:pt x="145799" y="117602"/>
                </a:cubicBezTo>
                <a:lnTo>
                  <a:pt x="145888" y="117475"/>
                </a:lnTo>
                <a:lnTo>
                  <a:pt x="147371" y="117475"/>
                </a:lnTo>
                <a:cubicBezTo>
                  <a:pt x="147371" y="52595"/>
                  <a:pt x="621440" y="0"/>
                  <a:pt x="1206234" y="0"/>
                </a:cubicBezTo>
                <a:close/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2AF65C47-F0A0-84B5-D9EF-6EBFA0B92B10}"/>
              </a:ext>
            </a:extLst>
          </p:cNvPr>
          <p:cNvSpPr/>
          <p:nvPr/>
        </p:nvSpPr>
        <p:spPr>
          <a:xfrm>
            <a:off x="5113818" y="3397250"/>
            <a:ext cx="2117725" cy="2349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01035A3-F56B-F1C4-A395-BD93716C1CBC}"/>
              </a:ext>
            </a:extLst>
          </p:cNvPr>
          <p:cNvSpPr/>
          <p:nvPr/>
        </p:nvSpPr>
        <p:spPr>
          <a:xfrm>
            <a:off x="8078709" y="2227662"/>
            <a:ext cx="2520000" cy="2880000"/>
          </a:xfrm>
          <a:custGeom>
            <a:avLst/>
            <a:gdLst>
              <a:gd name="csX0" fmla="*/ 1183677 w 2369574"/>
              <a:gd name="csY0" fmla="*/ 0 h 2924441"/>
              <a:gd name="csX1" fmla="*/ 1522926 w 2369574"/>
              <a:gd name="csY1" fmla="*/ 132080 h 2924441"/>
              <a:gd name="csX2" fmla="*/ 1525475 w 2369574"/>
              <a:gd name="csY2" fmla="*/ 132080 h 2924441"/>
              <a:gd name="csX3" fmla="*/ 1525475 w 2369574"/>
              <a:gd name="csY3" fmla="*/ 749497 h 2924441"/>
              <a:gd name="csX4" fmla="*/ 1537107 w 2369574"/>
              <a:gd name="csY4" fmla="*/ 752302 h 2924441"/>
              <a:gd name="csX5" fmla="*/ 2369574 w 2369574"/>
              <a:gd name="csY5" fmla="*/ 1813396 h 2924441"/>
              <a:gd name="csX6" fmla="*/ 1184787 w 2369574"/>
              <a:gd name="csY6" fmla="*/ 2924441 h 2924441"/>
              <a:gd name="csX7" fmla="*/ 0 w 2369574"/>
              <a:gd name="csY7" fmla="*/ 1813396 h 2924441"/>
              <a:gd name="csX8" fmla="*/ 832467 w 2369574"/>
              <a:gd name="csY8" fmla="*/ 752302 h 2924441"/>
              <a:gd name="csX9" fmla="*/ 844100 w 2369574"/>
              <a:gd name="csY9" fmla="*/ 749497 h 2924441"/>
              <a:gd name="csX10" fmla="*/ 844100 w 2369574"/>
              <a:gd name="csY10" fmla="*/ 132080 h 2924441"/>
              <a:gd name="csX11" fmla="*/ 844428 w 2369574"/>
              <a:gd name="csY11" fmla="*/ 132080 h 2924441"/>
              <a:gd name="csX12" fmla="*/ 1183677 w 2369574"/>
              <a:gd name="csY12" fmla="*/ 0 h 29244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2369574" h="2924441">
                <a:moveTo>
                  <a:pt x="1183677" y="0"/>
                </a:moveTo>
                <a:cubicBezTo>
                  <a:pt x="1371039" y="0"/>
                  <a:pt x="1522926" y="59134"/>
                  <a:pt x="1522926" y="132080"/>
                </a:cubicBezTo>
                <a:lnTo>
                  <a:pt x="1525475" y="132080"/>
                </a:lnTo>
                <a:lnTo>
                  <a:pt x="1525475" y="749497"/>
                </a:lnTo>
                <a:lnTo>
                  <a:pt x="1537107" y="752302"/>
                </a:lnTo>
                <a:cubicBezTo>
                  <a:pt x="2019396" y="892973"/>
                  <a:pt x="2369574" y="1314836"/>
                  <a:pt x="2369574" y="1813396"/>
                </a:cubicBezTo>
                <a:cubicBezTo>
                  <a:pt x="2369574" y="2427009"/>
                  <a:pt x="1839127" y="2924441"/>
                  <a:pt x="1184787" y="2924441"/>
                </a:cubicBezTo>
                <a:cubicBezTo>
                  <a:pt x="530447" y="2924441"/>
                  <a:pt x="0" y="2427009"/>
                  <a:pt x="0" y="1813396"/>
                </a:cubicBezTo>
                <a:cubicBezTo>
                  <a:pt x="0" y="1314836"/>
                  <a:pt x="350178" y="892973"/>
                  <a:pt x="832467" y="752302"/>
                </a:cubicBezTo>
                <a:lnTo>
                  <a:pt x="844100" y="749497"/>
                </a:lnTo>
                <a:lnTo>
                  <a:pt x="844100" y="132080"/>
                </a:lnTo>
                <a:lnTo>
                  <a:pt x="844428" y="132080"/>
                </a:lnTo>
                <a:cubicBezTo>
                  <a:pt x="844428" y="59134"/>
                  <a:pt x="996315" y="0"/>
                  <a:pt x="1183677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accent1">
                  <a:lumMod val="5000"/>
                  <a:lumOff val="95000"/>
                  <a:alpha val="0"/>
                </a:schemeClr>
              </a:gs>
              <a:gs pos="50000">
                <a:schemeClr val="bg1"/>
              </a:gs>
            </a:gsLst>
            <a:lin ang="2700000" scaled="1"/>
            <a:tileRect/>
          </a:gra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18C90DF-8F05-22A8-917D-9359AABCFF49}"/>
              </a:ext>
            </a:extLst>
          </p:cNvPr>
          <p:cNvSpPr/>
          <p:nvPr/>
        </p:nvSpPr>
        <p:spPr>
          <a:xfrm>
            <a:off x="8979640" y="2227662"/>
            <a:ext cx="721659" cy="26416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rgbClr val="F6F8FC">
                  <a:alpha val="0"/>
                </a:srgbClr>
              </a:gs>
              <a:gs pos="50000">
                <a:srgbClr val="FFFFFF"/>
              </a:gs>
            </a:gsLst>
            <a:lin ang="2700000" scaled="1"/>
            <a:tileRect/>
          </a:gra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FD46714-04C6-1290-32D9-2B8D3D757880}"/>
              </a:ext>
            </a:extLst>
          </p:cNvPr>
          <p:cNvSpPr/>
          <p:nvPr/>
        </p:nvSpPr>
        <p:spPr>
          <a:xfrm>
            <a:off x="8132474" y="3397250"/>
            <a:ext cx="2415988" cy="1649880"/>
          </a:xfrm>
          <a:custGeom>
            <a:avLst/>
            <a:gdLst>
              <a:gd name="csX0" fmla="*/ 1206234 w 2415988"/>
              <a:gd name="csY0" fmla="*/ 0 h 1649880"/>
              <a:gd name="csX1" fmla="*/ 2265097 w 2415988"/>
              <a:gd name="csY1" fmla="*/ 117475 h 1649880"/>
              <a:gd name="csX2" fmla="*/ 2270100 w 2415988"/>
              <a:gd name="csY2" fmla="*/ 117475 h 1649880"/>
              <a:gd name="csX3" fmla="*/ 2270190 w 2415988"/>
              <a:gd name="csY3" fmla="*/ 117602 h 1649880"/>
              <a:gd name="csX4" fmla="*/ 2415988 w 2415988"/>
              <a:gd name="csY4" fmla="*/ 612215 h 1649880"/>
              <a:gd name="csX5" fmla="*/ 1207994 w 2415988"/>
              <a:gd name="csY5" fmla="*/ 1649880 h 1649880"/>
              <a:gd name="csX6" fmla="*/ 0 w 2415988"/>
              <a:gd name="csY6" fmla="*/ 612215 h 1649880"/>
              <a:gd name="csX7" fmla="*/ 145799 w 2415988"/>
              <a:gd name="csY7" fmla="*/ 117602 h 1649880"/>
              <a:gd name="csX8" fmla="*/ 145888 w 2415988"/>
              <a:gd name="csY8" fmla="*/ 117475 h 1649880"/>
              <a:gd name="csX9" fmla="*/ 147371 w 2415988"/>
              <a:gd name="csY9" fmla="*/ 117475 h 1649880"/>
              <a:gd name="csX10" fmla="*/ 1206234 w 2415988"/>
              <a:gd name="csY10" fmla="*/ 0 h 16498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15988" h="1649880">
                <a:moveTo>
                  <a:pt x="1206234" y="0"/>
                </a:moveTo>
                <a:cubicBezTo>
                  <a:pt x="1791028" y="0"/>
                  <a:pt x="2265097" y="52595"/>
                  <a:pt x="2265097" y="117475"/>
                </a:cubicBezTo>
                <a:lnTo>
                  <a:pt x="2270100" y="117475"/>
                </a:lnTo>
                <a:lnTo>
                  <a:pt x="2270190" y="117602"/>
                </a:lnTo>
                <a:cubicBezTo>
                  <a:pt x="2363172" y="264632"/>
                  <a:pt x="2415988" y="433125"/>
                  <a:pt x="2415988" y="612215"/>
                </a:cubicBezTo>
                <a:cubicBezTo>
                  <a:pt x="2415988" y="1185302"/>
                  <a:pt x="1875151" y="1649880"/>
                  <a:pt x="1207994" y="1649880"/>
                </a:cubicBezTo>
                <a:cubicBezTo>
                  <a:pt x="540837" y="1649880"/>
                  <a:pt x="0" y="1185302"/>
                  <a:pt x="0" y="612215"/>
                </a:cubicBezTo>
                <a:cubicBezTo>
                  <a:pt x="0" y="433125"/>
                  <a:pt x="52816" y="264632"/>
                  <a:pt x="145799" y="117602"/>
                </a:cubicBezTo>
                <a:lnTo>
                  <a:pt x="145888" y="117475"/>
                </a:lnTo>
                <a:lnTo>
                  <a:pt x="147371" y="117475"/>
                </a:lnTo>
                <a:cubicBezTo>
                  <a:pt x="147371" y="52595"/>
                  <a:pt x="621440" y="0"/>
                  <a:pt x="1206234" y="0"/>
                </a:cubicBezTo>
                <a:close/>
              </a:path>
            </a:pathLst>
          </a:custGeom>
          <a:gradFill flip="none" rotWithShape="1">
            <a:gsLst>
              <a:gs pos="0">
                <a:srgbClr val="CAC4C1">
                  <a:alpha val="0"/>
                </a:srgbClr>
              </a:gs>
              <a:gs pos="100000">
                <a:srgbClr val="ABA5A1">
                  <a:alpha val="0"/>
                </a:srgbClr>
              </a:gs>
              <a:gs pos="50000">
                <a:srgbClr val="BCB6B3"/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C89E1BD-1CC0-F90A-72C1-3833E37F9192}"/>
              </a:ext>
            </a:extLst>
          </p:cNvPr>
          <p:cNvSpPr/>
          <p:nvPr/>
        </p:nvSpPr>
        <p:spPr>
          <a:xfrm>
            <a:off x="8279846" y="3397250"/>
            <a:ext cx="2117725" cy="2349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8825541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6AF8EA-21AF-AAAC-B386-F6973B4D2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F3B4239-EF44-E5C9-160C-54F85AC73C0C}"/>
              </a:ext>
            </a:extLst>
          </p:cNvPr>
          <p:cNvGrpSpPr/>
          <p:nvPr/>
        </p:nvGrpSpPr>
        <p:grpSpPr>
          <a:xfrm>
            <a:off x="4912681" y="2227662"/>
            <a:ext cx="2520000" cy="2880000"/>
            <a:chOff x="4912681" y="2227662"/>
            <a:chExt cx="2520000" cy="2880000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ADA750A5-F9A8-238E-49AA-3776636750B0}"/>
                </a:ext>
              </a:extLst>
            </p:cNvPr>
            <p:cNvSpPr/>
            <p:nvPr/>
          </p:nvSpPr>
          <p:spPr>
            <a:xfrm>
              <a:off x="4912681" y="2227662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878DBAB6-B95E-E27F-7130-89DEA809C9D4}"/>
                </a:ext>
              </a:extLst>
            </p:cNvPr>
            <p:cNvSpPr/>
            <p:nvPr/>
          </p:nvSpPr>
          <p:spPr>
            <a:xfrm>
              <a:off x="5813612" y="2227662"/>
              <a:ext cx="721659" cy="264160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rgbClr val="F6F8FC">
                    <a:alpha val="0"/>
                  </a:srgbClr>
                </a:gs>
                <a:gs pos="50000">
                  <a:srgbClr val="FFFFFF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</p:grpSp>
    </p:spTree>
    <p:extLst>
      <p:ext uri="{BB962C8B-B14F-4D97-AF65-F5344CB8AC3E}">
        <p14:creationId xmlns:p14="http://schemas.microsoft.com/office/powerpoint/2010/main" val="1053112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09903-8A2D-5079-D5D9-DD97B74E9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9C77A9A8-0810-5EDE-C960-AC2F6BECACB6}"/>
              </a:ext>
            </a:extLst>
          </p:cNvPr>
          <p:cNvGrpSpPr/>
          <p:nvPr/>
        </p:nvGrpSpPr>
        <p:grpSpPr>
          <a:xfrm>
            <a:off x="197731" y="2035674"/>
            <a:ext cx="2520000" cy="2880000"/>
            <a:chOff x="1209811" y="2167130"/>
            <a:chExt cx="2520000" cy="2880000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DBED712-A84D-A71B-3C4B-173B26A2DDBB}"/>
                </a:ext>
              </a:extLst>
            </p:cNvPr>
            <p:cNvSpPr/>
            <p:nvPr/>
          </p:nvSpPr>
          <p:spPr>
            <a:xfrm>
              <a:off x="1209811" y="2167130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78B4F7E-6124-4EFF-3A63-FF8E35E6268A}"/>
                </a:ext>
              </a:extLst>
            </p:cNvPr>
            <p:cNvSpPr/>
            <p:nvPr/>
          </p:nvSpPr>
          <p:spPr>
            <a:xfrm>
              <a:off x="2110742" y="2167130"/>
              <a:ext cx="721659" cy="264160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rgbClr val="F6F8FC">
                    <a:alpha val="0"/>
                  </a:srgbClr>
                </a:gs>
                <a:gs pos="50000">
                  <a:srgbClr val="FFFFFF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75BC71F-41EB-F933-4A2A-945918618C7E}"/>
                </a:ext>
              </a:extLst>
            </p:cNvPr>
            <p:cNvSpPr/>
            <p:nvPr/>
          </p:nvSpPr>
          <p:spPr>
            <a:xfrm>
              <a:off x="1263576" y="3336718"/>
              <a:ext cx="2415988" cy="1649880"/>
            </a:xfrm>
            <a:custGeom>
              <a:avLst/>
              <a:gdLst>
                <a:gd name="csX0" fmla="*/ 1206234 w 2415988"/>
                <a:gd name="csY0" fmla="*/ 0 h 1649880"/>
                <a:gd name="csX1" fmla="*/ 2265097 w 2415988"/>
                <a:gd name="csY1" fmla="*/ 117475 h 1649880"/>
                <a:gd name="csX2" fmla="*/ 2270100 w 2415988"/>
                <a:gd name="csY2" fmla="*/ 117475 h 1649880"/>
                <a:gd name="csX3" fmla="*/ 2270190 w 2415988"/>
                <a:gd name="csY3" fmla="*/ 117602 h 1649880"/>
                <a:gd name="csX4" fmla="*/ 2415988 w 2415988"/>
                <a:gd name="csY4" fmla="*/ 612215 h 1649880"/>
                <a:gd name="csX5" fmla="*/ 1207994 w 2415988"/>
                <a:gd name="csY5" fmla="*/ 1649880 h 1649880"/>
                <a:gd name="csX6" fmla="*/ 0 w 2415988"/>
                <a:gd name="csY6" fmla="*/ 612215 h 1649880"/>
                <a:gd name="csX7" fmla="*/ 145799 w 2415988"/>
                <a:gd name="csY7" fmla="*/ 117602 h 1649880"/>
                <a:gd name="csX8" fmla="*/ 145888 w 2415988"/>
                <a:gd name="csY8" fmla="*/ 117475 h 1649880"/>
                <a:gd name="csX9" fmla="*/ 147371 w 2415988"/>
                <a:gd name="csY9" fmla="*/ 117475 h 1649880"/>
                <a:gd name="csX10" fmla="*/ 1206234 w 2415988"/>
                <a:gd name="csY10" fmla="*/ 0 h 1649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415988" h="1649880">
                  <a:moveTo>
                    <a:pt x="1206234" y="0"/>
                  </a:moveTo>
                  <a:cubicBezTo>
                    <a:pt x="1791028" y="0"/>
                    <a:pt x="2265097" y="52595"/>
                    <a:pt x="2265097" y="117475"/>
                  </a:cubicBezTo>
                  <a:lnTo>
                    <a:pt x="2270100" y="117475"/>
                  </a:lnTo>
                  <a:lnTo>
                    <a:pt x="2270190" y="117602"/>
                  </a:lnTo>
                  <a:cubicBezTo>
                    <a:pt x="2363172" y="264632"/>
                    <a:pt x="2415988" y="433125"/>
                    <a:pt x="2415988" y="612215"/>
                  </a:cubicBezTo>
                  <a:cubicBezTo>
                    <a:pt x="2415988" y="1185302"/>
                    <a:pt x="1875151" y="1649880"/>
                    <a:pt x="1207994" y="1649880"/>
                  </a:cubicBezTo>
                  <a:cubicBezTo>
                    <a:pt x="540837" y="1649880"/>
                    <a:pt x="0" y="1185302"/>
                    <a:pt x="0" y="612215"/>
                  </a:cubicBezTo>
                  <a:cubicBezTo>
                    <a:pt x="0" y="433125"/>
                    <a:pt x="52816" y="264632"/>
                    <a:pt x="145799" y="117602"/>
                  </a:cubicBezTo>
                  <a:lnTo>
                    <a:pt x="145888" y="117475"/>
                  </a:lnTo>
                  <a:lnTo>
                    <a:pt x="147371" y="117475"/>
                  </a:lnTo>
                  <a:cubicBezTo>
                    <a:pt x="147371" y="52595"/>
                    <a:pt x="621440" y="0"/>
                    <a:pt x="1206234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F77D94">
                    <a:alpha val="0"/>
                  </a:srgbClr>
                </a:gs>
                <a:gs pos="100000">
                  <a:srgbClr val="E02A4E">
                    <a:alpha val="0"/>
                  </a:srgbClr>
                </a:gs>
                <a:gs pos="50000">
                  <a:srgbClr val="E45770"/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4D811AE8-8C31-A2D9-1528-9A3CD1370628}"/>
                </a:ext>
              </a:extLst>
            </p:cNvPr>
            <p:cNvSpPr/>
            <p:nvPr/>
          </p:nvSpPr>
          <p:spPr>
            <a:xfrm>
              <a:off x="1410948" y="3336718"/>
              <a:ext cx="2117725" cy="23495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CF3C76F8-84DD-EAF5-855A-D55790271E53}"/>
              </a:ext>
            </a:extLst>
          </p:cNvPr>
          <p:cNvGrpSpPr/>
          <p:nvPr/>
        </p:nvGrpSpPr>
        <p:grpSpPr>
          <a:xfrm>
            <a:off x="3237081" y="2035674"/>
            <a:ext cx="2520000" cy="2880000"/>
            <a:chOff x="3237081" y="2035674"/>
            <a:chExt cx="2520000" cy="2880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29137BB-B2A5-729C-17D4-C07815B918B8}"/>
                </a:ext>
              </a:extLst>
            </p:cNvPr>
            <p:cNvSpPr/>
            <p:nvPr/>
          </p:nvSpPr>
          <p:spPr>
            <a:xfrm>
              <a:off x="3237081" y="2035674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F42E80FC-24B3-4CB3-9970-30C6EBBE4173}"/>
                </a:ext>
              </a:extLst>
            </p:cNvPr>
            <p:cNvSpPr/>
            <p:nvPr/>
          </p:nvSpPr>
          <p:spPr>
            <a:xfrm>
              <a:off x="4138012" y="2035674"/>
              <a:ext cx="721659" cy="264160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rgbClr val="F6F8FC">
                    <a:alpha val="0"/>
                  </a:srgbClr>
                </a:gs>
                <a:gs pos="50000">
                  <a:srgbClr val="FFFFFF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0844D25-D0BC-3D36-0416-002EA622E4B3}"/>
                </a:ext>
              </a:extLst>
            </p:cNvPr>
            <p:cNvSpPr/>
            <p:nvPr/>
          </p:nvSpPr>
          <p:spPr>
            <a:xfrm>
              <a:off x="3290846" y="3205262"/>
              <a:ext cx="2415988" cy="1649880"/>
            </a:xfrm>
            <a:custGeom>
              <a:avLst/>
              <a:gdLst>
                <a:gd name="csX0" fmla="*/ 1206234 w 2415988"/>
                <a:gd name="csY0" fmla="*/ 0 h 1649880"/>
                <a:gd name="csX1" fmla="*/ 2265097 w 2415988"/>
                <a:gd name="csY1" fmla="*/ 117475 h 1649880"/>
                <a:gd name="csX2" fmla="*/ 2270100 w 2415988"/>
                <a:gd name="csY2" fmla="*/ 117475 h 1649880"/>
                <a:gd name="csX3" fmla="*/ 2270190 w 2415988"/>
                <a:gd name="csY3" fmla="*/ 117602 h 1649880"/>
                <a:gd name="csX4" fmla="*/ 2415988 w 2415988"/>
                <a:gd name="csY4" fmla="*/ 612215 h 1649880"/>
                <a:gd name="csX5" fmla="*/ 1207994 w 2415988"/>
                <a:gd name="csY5" fmla="*/ 1649880 h 1649880"/>
                <a:gd name="csX6" fmla="*/ 0 w 2415988"/>
                <a:gd name="csY6" fmla="*/ 612215 h 1649880"/>
                <a:gd name="csX7" fmla="*/ 145799 w 2415988"/>
                <a:gd name="csY7" fmla="*/ 117602 h 1649880"/>
                <a:gd name="csX8" fmla="*/ 145888 w 2415988"/>
                <a:gd name="csY8" fmla="*/ 117475 h 1649880"/>
                <a:gd name="csX9" fmla="*/ 147371 w 2415988"/>
                <a:gd name="csY9" fmla="*/ 117475 h 1649880"/>
                <a:gd name="csX10" fmla="*/ 1206234 w 2415988"/>
                <a:gd name="csY10" fmla="*/ 0 h 1649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415988" h="1649880">
                  <a:moveTo>
                    <a:pt x="1206234" y="0"/>
                  </a:moveTo>
                  <a:cubicBezTo>
                    <a:pt x="1791028" y="0"/>
                    <a:pt x="2265097" y="52595"/>
                    <a:pt x="2265097" y="117475"/>
                  </a:cubicBezTo>
                  <a:lnTo>
                    <a:pt x="2270100" y="117475"/>
                  </a:lnTo>
                  <a:lnTo>
                    <a:pt x="2270190" y="117602"/>
                  </a:lnTo>
                  <a:cubicBezTo>
                    <a:pt x="2363172" y="264632"/>
                    <a:pt x="2415988" y="433125"/>
                    <a:pt x="2415988" y="612215"/>
                  </a:cubicBezTo>
                  <a:cubicBezTo>
                    <a:pt x="2415988" y="1185302"/>
                    <a:pt x="1875151" y="1649880"/>
                    <a:pt x="1207994" y="1649880"/>
                  </a:cubicBezTo>
                  <a:cubicBezTo>
                    <a:pt x="540837" y="1649880"/>
                    <a:pt x="0" y="1185302"/>
                    <a:pt x="0" y="612215"/>
                  </a:cubicBezTo>
                  <a:cubicBezTo>
                    <a:pt x="0" y="433125"/>
                    <a:pt x="52816" y="264632"/>
                    <a:pt x="145799" y="117602"/>
                  </a:cubicBezTo>
                  <a:lnTo>
                    <a:pt x="145888" y="117475"/>
                  </a:lnTo>
                  <a:lnTo>
                    <a:pt x="147371" y="117475"/>
                  </a:lnTo>
                  <a:cubicBezTo>
                    <a:pt x="147371" y="52595"/>
                    <a:pt x="621440" y="0"/>
                    <a:pt x="1206234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779EF1">
                    <a:alpha val="0"/>
                  </a:srgbClr>
                </a:gs>
                <a:gs pos="100000">
                  <a:srgbClr val="2A54D7">
                    <a:alpha val="0"/>
                  </a:srgbClr>
                </a:gs>
                <a:gs pos="50000">
                  <a:srgbClr val="5378DE"/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38F0211E-8CE1-5259-4FFC-C060A8D2C343}"/>
                </a:ext>
              </a:extLst>
            </p:cNvPr>
            <p:cNvSpPr/>
            <p:nvPr/>
          </p:nvSpPr>
          <p:spPr>
            <a:xfrm>
              <a:off x="3438218" y="3205262"/>
              <a:ext cx="2117725" cy="23495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D6F74CD-C143-86C9-06B7-10B02E2C2F2C}"/>
              </a:ext>
            </a:extLst>
          </p:cNvPr>
          <p:cNvGrpSpPr/>
          <p:nvPr/>
        </p:nvGrpSpPr>
        <p:grpSpPr>
          <a:xfrm>
            <a:off x="6456874" y="2096206"/>
            <a:ext cx="2520000" cy="2880000"/>
            <a:chOff x="6456874" y="2096206"/>
            <a:chExt cx="2520000" cy="2880000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8C399500-7785-C904-0887-37EFD096FB34}"/>
                </a:ext>
              </a:extLst>
            </p:cNvPr>
            <p:cNvSpPr/>
            <p:nvPr/>
          </p:nvSpPr>
          <p:spPr>
            <a:xfrm>
              <a:off x="6456874" y="2096206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6F1D147E-5375-9197-6351-E55BA1977729}"/>
                </a:ext>
              </a:extLst>
            </p:cNvPr>
            <p:cNvSpPr/>
            <p:nvPr/>
          </p:nvSpPr>
          <p:spPr>
            <a:xfrm>
              <a:off x="7357805" y="2096206"/>
              <a:ext cx="721659" cy="264160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rgbClr val="F6F8FC">
                    <a:alpha val="0"/>
                  </a:srgbClr>
                </a:gs>
                <a:gs pos="50000">
                  <a:srgbClr val="FFFFFF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358641BC-D4A9-1E2B-2E8F-BD852B93E8EC}"/>
                </a:ext>
              </a:extLst>
            </p:cNvPr>
            <p:cNvSpPr/>
            <p:nvPr/>
          </p:nvSpPr>
          <p:spPr>
            <a:xfrm>
              <a:off x="6510639" y="3265794"/>
              <a:ext cx="2415988" cy="1649880"/>
            </a:xfrm>
            <a:custGeom>
              <a:avLst/>
              <a:gdLst>
                <a:gd name="csX0" fmla="*/ 1206234 w 2415988"/>
                <a:gd name="csY0" fmla="*/ 0 h 1649880"/>
                <a:gd name="csX1" fmla="*/ 2265097 w 2415988"/>
                <a:gd name="csY1" fmla="*/ 117475 h 1649880"/>
                <a:gd name="csX2" fmla="*/ 2270100 w 2415988"/>
                <a:gd name="csY2" fmla="*/ 117475 h 1649880"/>
                <a:gd name="csX3" fmla="*/ 2270190 w 2415988"/>
                <a:gd name="csY3" fmla="*/ 117602 h 1649880"/>
                <a:gd name="csX4" fmla="*/ 2415988 w 2415988"/>
                <a:gd name="csY4" fmla="*/ 612215 h 1649880"/>
                <a:gd name="csX5" fmla="*/ 1207994 w 2415988"/>
                <a:gd name="csY5" fmla="*/ 1649880 h 1649880"/>
                <a:gd name="csX6" fmla="*/ 0 w 2415988"/>
                <a:gd name="csY6" fmla="*/ 612215 h 1649880"/>
                <a:gd name="csX7" fmla="*/ 145799 w 2415988"/>
                <a:gd name="csY7" fmla="*/ 117602 h 1649880"/>
                <a:gd name="csX8" fmla="*/ 145888 w 2415988"/>
                <a:gd name="csY8" fmla="*/ 117475 h 1649880"/>
                <a:gd name="csX9" fmla="*/ 147371 w 2415988"/>
                <a:gd name="csY9" fmla="*/ 117475 h 1649880"/>
                <a:gd name="csX10" fmla="*/ 1206234 w 2415988"/>
                <a:gd name="csY10" fmla="*/ 0 h 1649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415988" h="1649880">
                  <a:moveTo>
                    <a:pt x="1206234" y="0"/>
                  </a:moveTo>
                  <a:cubicBezTo>
                    <a:pt x="1791028" y="0"/>
                    <a:pt x="2265097" y="52595"/>
                    <a:pt x="2265097" y="117475"/>
                  </a:cubicBezTo>
                  <a:lnTo>
                    <a:pt x="2270100" y="117475"/>
                  </a:lnTo>
                  <a:lnTo>
                    <a:pt x="2270190" y="117602"/>
                  </a:lnTo>
                  <a:cubicBezTo>
                    <a:pt x="2363172" y="264632"/>
                    <a:pt x="2415988" y="433125"/>
                    <a:pt x="2415988" y="612215"/>
                  </a:cubicBezTo>
                  <a:cubicBezTo>
                    <a:pt x="2415988" y="1185302"/>
                    <a:pt x="1875151" y="1649880"/>
                    <a:pt x="1207994" y="1649880"/>
                  </a:cubicBezTo>
                  <a:cubicBezTo>
                    <a:pt x="540837" y="1649880"/>
                    <a:pt x="0" y="1185302"/>
                    <a:pt x="0" y="612215"/>
                  </a:cubicBezTo>
                  <a:cubicBezTo>
                    <a:pt x="0" y="433125"/>
                    <a:pt x="52816" y="264632"/>
                    <a:pt x="145799" y="117602"/>
                  </a:cubicBezTo>
                  <a:lnTo>
                    <a:pt x="145888" y="117475"/>
                  </a:lnTo>
                  <a:lnTo>
                    <a:pt x="147371" y="117475"/>
                  </a:lnTo>
                  <a:cubicBezTo>
                    <a:pt x="147371" y="52595"/>
                    <a:pt x="621440" y="0"/>
                    <a:pt x="1206234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A8FF6A">
                    <a:alpha val="0"/>
                  </a:srgbClr>
                </a:gs>
                <a:gs pos="100000">
                  <a:srgbClr val="6ED93F">
                    <a:alpha val="0"/>
                  </a:srgbClr>
                </a:gs>
                <a:gs pos="50000">
                  <a:srgbClr val="83FA4D"/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EFDA841-F414-70AD-AAEF-688E4AFB23E4}"/>
                </a:ext>
              </a:extLst>
            </p:cNvPr>
            <p:cNvSpPr/>
            <p:nvPr/>
          </p:nvSpPr>
          <p:spPr>
            <a:xfrm>
              <a:off x="6658011" y="3265794"/>
              <a:ext cx="2117725" cy="23495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0318F05-7795-3FB2-4575-20D7C69C1EB9}"/>
              </a:ext>
            </a:extLst>
          </p:cNvPr>
          <p:cNvGrpSpPr/>
          <p:nvPr/>
        </p:nvGrpSpPr>
        <p:grpSpPr>
          <a:xfrm>
            <a:off x="9420504" y="2060744"/>
            <a:ext cx="2520000" cy="2880000"/>
            <a:chOff x="9420504" y="2060744"/>
            <a:chExt cx="2520000" cy="2880000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E3A966D-0132-4F09-E988-A7D7D3B1E0B1}"/>
                </a:ext>
              </a:extLst>
            </p:cNvPr>
            <p:cNvSpPr/>
            <p:nvPr/>
          </p:nvSpPr>
          <p:spPr>
            <a:xfrm>
              <a:off x="9420504" y="2060744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3084302-490E-6585-4452-9CE4A7A47406}"/>
                </a:ext>
              </a:extLst>
            </p:cNvPr>
            <p:cNvSpPr/>
            <p:nvPr/>
          </p:nvSpPr>
          <p:spPr>
            <a:xfrm>
              <a:off x="10321435" y="2060744"/>
              <a:ext cx="721659" cy="264160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rgbClr val="F6F8FC">
                    <a:alpha val="0"/>
                  </a:srgbClr>
                </a:gs>
                <a:gs pos="50000">
                  <a:srgbClr val="FFFFFF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EC43CFBC-E598-1882-EAC2-9D2016C2FFD6}"/>
                </a:ext>
              </a:extLst>
            </p:cNvPr>
            <p:cNvSpPr/>
            <p:nvPr/>
          </p:nvSpPr>
          <p:spPr>
            <a:xfrm>
              <a:off x="9474269" y="3230332"/>
              <a:ext cx="2415988" cy="1649880"/>
            </a:xfrm>
            <a:custGeom>
              <a:avLst/>
              <a:gdLst>
                <a:gd name="csX0" fmla="*/ 1206234 w 2415988"/>
                <a:gd name="csY0" fmla="*/ 0 h 1649880"/>
                <a:gd name="csX1" fmla="*/ 2265097 w 2415988"/>
                <a:gd name="csY1" fmla="*/ 117475 h 1649880"/>
                <a:gd name="csX2" fmla="*/ 2270100 w 2415988"/>
                <a:gd name="csY2" fmla="*/ 117475 h 1649880"/>
                <a:gd name="csX3" fmla="*/ 2270190 w 2415988"/>
                <a:gd name="csY3" fmla="*/ 117602 h 1649880"/>
                <a:gd name="csX4" fmla="*/ 2415988 w 2415988"/>
                <a:gd name="csY4" fmla="*/ 612215 h 1649880"/>
                <a:gd name="csX5" fmla="*/ 1207994 w 2415988"/>
                <a:gd name="csY5" fmla="*/ 1649880 h 1649880"/>
                <a:gd name="csX6" fmla="*/ 0 w 2415988"/>
                <a:gd name="csY6" fmla="*/ 612215 h 1649880"/>
                <a:gd name="csX7" fmla="*/ 145799 w 2415988"/>
                <a:gd name="csY7" fmla="*/ 117602 h 1649880"/>
                <a:gd name="csX8" fmla="*/ 145888 w 2415988"/>
                <a:gd name="csY8" fmla="*/ 117475 h 1649880"/>
                <a:gd name="csX9" fmla="*/ 147371 w 2415988"/>
                <a:gd name="csY9" fmla="*/ 117475 h 1649880"/>
                <a:gd name="csX10" fmla="*/ 1206234 w 2415988"/>
                <a:gd name="csY10" fmla="*/ 0 h 1649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415988" h="1649880">
                  <a:moveTo>
                    <a:pt x="1206234" y="0"/>
                  </a:moveTo>
                  <a:cubicBezTo>
                    <a:pt x="1791028" y="0"/>
                    <a:pt x="2265097" y="52595"/>
                    <a:pt x="2265097" y="117475"/>
                  </a:cubicBezTo>
                  <a:lnTo>
                    <a:pt x="2270100" y="117475"/>
                  </a:lnTo>
                  <a:lnTo>
                    <a:pt x="2270190" y="117602"/>
                  </a:lnTo>
                  <a:cubicBezTo>
                    <a:pt x="2363172" y="264632"/>
                    <a:pt x="2415988" y="433125"/>
                    <a:pt x="2415988" y="612215"/>
                  </a:cubicBezTo>
                  <a:cubicBezTo>
                    <a:pt x="2415988" y="1185302"/>
                    <a:pt x="1875151" y="1649880"/>
                    <a:pt x="1207994" y="1649880"/>
                  </a:cubicBezTo>
                  <a:cubicBezTo>
                    <a:pt x="540837" y="1649880"/>
                    <a:pt x="0" y="1185302"/>
                    <a:pt x="0" y="612215"/>
                  </a:cubicBezTo>
                  <a:cubicBezTo>
                    <a:pt x="0" y="433125"/>
                    <a:pt x="52816" y="264632"/>
                    <a:pt x="145799" y="117602"/>
                  </a:cubicBezTo>
                  <a:lnTo>
                    <a:pt x="145888" y="117475"/>
                  </a:lnTo>
                  <a:lnTo>
                    <a:pt x="147371" y="117475"/>
                  </a:lnTo>
                  <a:cubicBezTo>
                    <a:pt x="147371" y="52595"/>
                    <a:pt x="621440" y="0"/>
                    <a:pt x="1206234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FEEA69">
                    <a:alpha val="0"/>
                  </a:srgbClr>
                </a:gs>
                <a:gs pos="100000">
                  <a:srgbClr val="FBD61B">
                    <a:alpha val="0"/>
                  </a:srgbClr>
                </a:gs>
                <a:gs pos="50000">
                  <a:srgbClr val="FADD4C"/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392A8B31-DAF6-2DE1-8995-D15CA0129960}"/>
                </a:ext>
              </a:extLst>
            </p:cNvPr>
            <p:cNvSpPr/>
            <p:nvPr/>
          </p:nvSpPr>
          <p:spPr>
            <a:xfrm>
              <a:off x="9621641" y="3230332"/>
              <a:ext cx="2117725" cy="23495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</p:spTree>
    <p:extLst>
      <p:ext uri="{BB962C8B-B14F-4D97-AF65-F5344CB8AC3E}">
        <p14:creationId xmlns:p14="http://schemas.microsoft.com/office/powerpoint/2010/main" val="1847509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CEB93D-2B96-3E39-1932-28E27AF9A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62AB8F-12D4-D530-3E1E-F2516B6F304D}"/>
              </a:ext>
            </a:extLst>
          </p:cNvPr>
          <p:cNvGrpSpPr/>
          <p:nvPr/>
        </p:nvGrpSpPr>
        <p:grpSpPr>
          <a:xfrm>
            <a:off x="197731" y="2035674"/>
            <a:ext cx="2520000" cy="2880000"/>
            <a:chOff x="197731" y="2035674"/>
            <a:chExt cx="2520000" cy="2880000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498A6FAC-FB5C-7E09-B7F7-85D9A9D9837B}"/>
                </a:ext>
              </a:extLst>
            </p:cNvPr>
            <p:cNvSpPr/>
            <p:nvPr/>
          </p:nvSpPr>
          <p:spPr>
            <a:xfrm>
              <a:off x="197731" y="2035674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184707F-CB24-57C6-6F59-128E2541F183}"/>
                </a:ext>
              </a:extLst>
            </p:cNvPr>
            <p:cNvSpPr/>
            <p:nvPr/>
          </p:nvSpPr>
          <p:spPr>
            <a:xfrm>
              <a:off x="1098662" y="2035674"/>
              <a:ext cx="721659" cy="264160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rgbClr val="F6F8FC">
                    <a:alpha val="0"/>
                  </a:srgbClr>
                </a:gs>
                <a:gs pos="50000">
                  <a:srgbClr val="FFFFFF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7750ABF-3D34-84D7-A6F1-6772AD0B61C1}"/>
                </a:ext>
              </a:extLst>
            </p:cNvPr>
            <p:cNvSpPr/>
            <p:nvPr/>
          </p:nvSpPr>
          <p:spPr>
            <a:xfrm>
              <a:off x="251496" y="3205262"/>
              <a:ext cx="2415988" cy="1649880"/>
            </a:xfrm>
            <a:custGeom>
              <a:avLst/>
              <a:gdLst>
                <a:gd name="csX0" fmla="*/ 1206234 w 2415988"/>
                <a:gd name="csY0" fmla="*/ 0 h 1649880"/>
                <a:gd name="csX1" fmla="*/ 2265097 w 2415988"/>
                <a:gd name="csY1" fmla="*/ 117475 h 1649880"/>
                <a:gd name="csX2" fmla="*/ 2270100 w 2415988"/>
                <a:gd name="csY2" fmla="*/ 117475 h 1649880"/>
                <a:gd name="csX3" fmla="*/ 2270190 w 2415988"/>
                <a:gd name="csY3" fmla="*/ 117602 h 1649880"/>
                <a:gd name="csX4" fmla="*/ 2415988 w 2415988"/>
                <a:gd name="csY4" fmla="*/ 612215 h 1649880"/>
                <a:gd name="csX5" fmla="*/ 1207994 w 2415988"/>
                <a:gd name="csY5" fmla="*/ 1649880 h 1649880"/>
                <a:gd name="csX6" fmla="*/ 0 w 2415988"/>
                <a:gd name="csY6" fmla="*/ 612215 h 1649880"/>
                <a:gd name="csX7" fmla="*/ 145799 w 2415988"/>
                <a:gd name="csY7" fmla="*/ 117602 h 1649880"/>
                <a:gd name="csX8" fmla="*/ 145888 w 2415988"/>
                <a:gd name="csY8" fmla="*/ 117475 h 1649880"/>
                <a:gd name="csX9" fmla="*/ 147371 w 2415988"/>
                <a:gd name="csY9" fmla="*/ 117475 h 1649880"/>
                <a:gd name="csX10" fmla="*/ 1206234 w 2415988"/>
                <a:gd name="csY10" fmla="*/ 0 h 1649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415988" h="1649880">
                  <a:moveTo>
                    <a:pt x="1206234" y="0"/>
                  </a:moveTo>
                  <a:cubicBezTo>
                    <a:pt x="1791028" y="0"/>
                    <a:pt x="2265097" y="52595"/>
                    <a:pt x="2265097" y="117475"/>
                  </a:cubicBezTo>
                  <a:lnTo>
                    <a:pt x="2270100" y="117475"/>
                  </a:lnTo>
                  <a:lnTo>
                    <a:pt x="2270190" y="117602"/>
                  </a:lnTo>
                  <a:cubicBezTo>
                    <a:pt x="2363172" y="264632"/>
                    <a:pt x="2415988" y="433125"/>
                    <a:pt x="2415988" y="612215"/>
                  </a:cubicBezTo>
                  <a:cubicBezTo>
                    <a:pt x="2415988" y="1185302"/>
                    <a:pt x="1875151" y="1649880"/>
                    <a:pt x="1207994" y="1649880"/>
                  </a:cubicBezTo>
                  <a:cubicBezTo>
                    <a:pt x="540837" y="1649880"/>
                    <a:pt x="0" y="1185302"/>
                    <a:pt x="0" y="612215"/>
                  </a:cubicBezTo>
                  <a:cubicBezTo>
                    <a:pt x="0" y="433125"/>
                    <a:pt x="52816" y="264632"/>
                    <a:pt x="145799" y="117602"/>
                  </a:cubicBezTo>
                  <a:lnTo>
                    <a:pt x="145888" y="117475"/>
                  </a:lnTo>
                  <a:lnTo>
                    <a:pt x="147371" y="117475"/>
                  </a:lnTo>
                  <a:cubicBezTo>
                    <a:pt x="147371" y="52595"/>
                    <a:pt x="621440" y="0"/>
                    <a:pt x="1206234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FFA2D4">
                    <a:alpha val="0"/>
                  </a:srgbClr>
                </a:gs>
                <a:gs pos="100000">
                  <a:srgbClr val="FB6DB3">
                    <a:alpha val="0"/>
                  </a:srgbClr>
                </a:gs>
                <a:gs pos="50000">
                  <a:srgbClr val="FA85BF"/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CC3E164-FA72-7CEE-C975-353E6190E92F}"/>
                </a:ext>
              </a:extLst>
            </p:cNvPr>
            <p:cNvSpPr/>
            <p:nvPr/>
          </p:nvSpPr>
          <p:spPr>
            <a:xfrm>
              <a:off x="398868" y="3205262"/>
              <a:ext cx="2117725" cy="23495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AF42DED-DC94-E94D-D8A9-FBE4EF920028}"/>
              </a:ext>
            </a:extLst>
          </p:cNvPr>
          <p:cNvGrpSpPr/>
          <p:nvPr/>
        </p:nvGrpSpPr>
        <p:grpSpPr>
          <a:xfrm>
            <a:off x="3237081" y="2035674"/>
            <a:ext cx="2520000" cy="2880000"/>
            <a:chOff x="3237081" y="2035674"/>
            <a:chExt cx="2520000" cy="2880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B3CE5F2-9254-DE55-A5E3-9BD2A4933B15}"/>
                </a:ext>
              </a:extLst>
            </p:cNvPr>
            <p:cNvSpPr/>
            <p:nvPr/>
          </p:nvSpPr>
          <p:spPr>
            <a:xfrm>
              <a:off x="3237081" y="2035674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7C3B6C6A-47BE-605F-16BC-2B5ED80E2E13}"/>
                </a:ext>
              </a:extLst>
            </p:cNvPr>
            <p:cNvSpPr/>
            <p:nvPr/>
          </p:nvSpPr>
          <p:spPr>
            <a:xfrm>
              <a:off x="4138012" y="2035674"/>
              <a:ext cx="721659" cy="264160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rgbClr val="F6F8FC">
                    <a:alpha val="0"/>
                  </a:srgbClr>
                </a:gs>
                <a:gs pos="50000">
                  <a:srgbClr val="FFFFFF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3D86850-A307-1949-1414-CABB4BAFFF22}"/>
                </a:ext>
              </a:extLst>
            </p:cNvPr>
            <p:cNvSpPr/>
            <p:nvPr/>
          </p:nvSpPr>
          <p:spPr>
            <a:xfrm>
              <a:off x="3290846" y="3205262"/>
              <a:ext cx="2415988" cy="1649880"/>
            </a:xfrm>
            <a:custGeom>
              <a:avLst/>
              <a:gdLst>
                <a:gd name="csX0" fmla="*/ 1206234 w 2415988"/>
                <a:gd name="csY0" fmla="*/ 0 h 1649880"/>
                <a:gd name="csX1" fmla="*/ 2265097 w 2415988"/>
                <a:gd name="csY1" fmla="*/ 117475 h 1649880"/>
                <a:gd name="csX2" fmla="*/ 2270100 w 2415988"/>
                <a:gd name="csY2" fmla="*/ 117475 h 1649880"/>
                <a:gd name="csX3" fmla="*/ 2270190 w 2415988"/>
                <a:gd name="csY3" fmla="*/ 117602 h 1649880"/>
                <a:gd name="csX4" fmla="*/ 2415988 w 2415988"/>
                <a:gd name="csY4" fmla="*/ 612215 h 1649880"/>
                <a:gd name="csX5" fmla="*/ 1207994 w 2415988"/>
                <a:gd name="csY5" fmla="*/ 1649880 h 1649880"/>
                <a:gd name="csX6" fmla="*/ 0 w 2415988"/>
                <a:gd name="csY6" fmla="*/ 612215 h 1649880"/>
                <a:gd name="csX7" fmla="*/ 145799 w 2415988"/>
                <a:gd name="csY7" fmla="*/ 117602 h 1649880"/>
                <a:gd name="csX8" fmla="*/ 145888 w 2415988"/>
                <a:gd name="csY8" fmla="*/ 117475 h 1649880"/>
                <a:gd name="csX9" fmla="*/ 147371 w 2415988"/>
                <a:gd name="csY9" fmla="*/ 117475 h 1649880"/>
                <a:gd name="csX10" fmla="*/ 1206234 w 2415988"/>
                <a:gd name="csY10" fmla="*/ 0 h 1649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415988" h="1649880">
                  <a:moveTo>
                    <a:pt x="1206234" y="0"/>
                  </a:moveTo>
                  <a:cubicBezTo>
                    <a:pt x="1791028" y="0"/>
                    <a:pt x="2265097" y="52595"/>
                    <a:pt x="2265097" y="117475"/>
                  </a:cubicBezTo>
                  <a:lnTo>
                    <a:pt x="2270100" y="117475"/>
                  </a:lnTo>
                  <a:lnTo>
                    <a:pt x="2270190" y="117602"/>
                  </a:lnTo>
                  <a:cubicBezTo>
                    <a:pt x="2363172" y="264632"/>
                    <a:pt x="2415988" y="433125"/>
                    <a:pt x="2415988" y="612215"/>
                  </a:cubicBezTo>
                  <a:cubicBezTo>
                    <a:pt x="2415988" y="1185302"/>
                    <a:pt x="1875151" y="1649880"/>
                    <a:pt x="1207994" y="1649880"/>
                  </a:cubicBezTo>
                  <a:cubicBezTo>
                    <a:pt x="540837" y="1649880"/>
                    <a:pt x="0" y="1185302"/>
                    <a:pt x="0" y="612215"/>
                  </a:cubicBezTo>
                  <a:cubicBezTo>
                    <a:pt x="0" y="433125"/>
                    <a:pt x="52816" y="264632"/>
                    <a:pt x="145799" y="117602"/>
                  </a:cubicBezTo>
                  <a:lnTo>
                    <a:pt x="145888" y="117475"/>
                  </a:lnTo>
                  <a:lnTo>
                    <a:pt x="147371" y="117475"/>
                  </a:lnTo>
                  <a:cubicBezTo>
                    <a:pt x="147371" y="52595"/>
                    <a:pt x="621440" y="0"/>
                    <a:pt x="1206234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8FDBFF">
                    <a:alpha val="0"/>
                  </a:srgbClr>
                </a:gs>
                <a:gs pos="100000">
                  <a:srgbClr val="41BDF6">
                    <a:alpha val="0"/>
                  </a:srgbClr>
                </a:gs>
                <a:gs pos="50000">
                  <a:srgbClr val="71CBF7"/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02D7030F-476B-3864-0277-33470DDC8FEA}"/>
                </a:ext>
              </a:extLst>
            </p:cNvPr>
            <p:cNvSpPr/>
            <p:nvPr/>
          </p:nvSpPr>
          <p:spPr>
            <a:xfrm>
              <a:off x="3438218" y="3205262"/>
              <a:ext cx="2117725" cy="23495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4B0A8E8-336C-C654-A886-F6B3E8A0F1C6}"/>
              </a:ext>
            </a:extLst>
          </p:cNvPr>
          <p:cNvGrpSpPr/>
          <p:nvPr/>
        </p:nvGrpSpPr>
        <p:grpSpPr>
          <a:xfrm>
            <a:off x="6658012" y="2035674"/>
            <a:ext cx="2520000" cy="2880000"/>
            <a:chOff x="6658012" y="2035674"/>
            <a:chExt cx="2520000" cy="2880000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DC114-B58A-0B96-CAD3-50240EAB3BB7}"/>
                </a:ext>
              </a:extLst>
            </p:cNvPr>
            <p:cNvSpPr/>
            <p:nvPr/>
          </p:nvSpPr>
          <p:spPr>
            <a:xfrm>
              <a:off x="6658012" y="2035674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933448EC-BDAA-2BF2-6AE1-BE728424D1AA}"/>
                </a:ext>
              </a:extLst>
            </p:cNvPr>
            <p:cNvSpPr/>
            <p:nvPr/>
          </p:nvSpPr>
          <p:spPr>
            <a:xfrm>
              <a:off x="7558943" y="2035674"/>
              <a:ext cx="721659" cy="264160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rgbClr val="F6F8FC">
                    <a:alpha val="0"/>
                  </a:srgbClr>
                </a:gs>
                <a:gs pos="50000">
                  <a:srgbClr val="FFFFFF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FD08F0F9-74E0-C663-F28B-3F6C7960B210}"/>
                </a:ext>
              </a:extLst>
            </p:cNvPr>
            <p:cNvSpPr/>
            <p:nvPr/>
          </p:nvSpPr>
          <p:spPr>
            <a:xfrm>
              <a:off x="6711777" y="3205262"/>
              <a:ext cx="2415988" cy="1649880"/>
            </a:xfrm>
            <a:custGeom>
              <a:avLst/>
              <a:gdLst>
                <a:gd name="csX0" fmla="*/ 1206234 w 2415988"/>
                <a:gd name="csY0" fmla="*/ 0 h 1649880"/>
                <a:gd name="csX1" fmla="*/ 2265097 w 2415988"/>
                <a:gd name="csY1" fmla="*/ 117475 h 1649880"/>
                <a:gd name="csX2" fmla="*/ 2270100 w 2415988"/>
                <a:gd name="csY2" fmla="*/ 117475 h 1649880"/>
                <a:gd name="csX3" fmla="*/ 2270190 w 2415988"/>
                <a:gd name="csY3" fmla="*/ 117602 h 1649880"/>
                <a:gd name="csX4" fmla="*/ 2415988 w 2415988"/>
                <a:gd name="csY4" fmla="*/ 612215 h 1649880"/>
                <a:gd name="csX5" fmla="*/ 1207994 w 2415988"/>
                <a:gd name="csY5" fmla="*/ 1649880 h 1649880"/>
                <a:gd name="csX6" fmla="*/ 0 w 2415988"/>
                <a:gd name="csY6" fmla="*/ 612215 h 1649880"/>
                <a:gd name="csX7" fmla="*/ 145799 w 2415988"/>
                <a:gd name="csY7" fmla="*/ 117602 h 1649880"/>
                <a:gd name="csX8" fmla="*/ 145888 w 2415988"/>
                <a:gd name="csY8" fmla="*/ 117475 h 1649880"/>
                <a:gd name="csX9" fmla="*/ 147371 w 2415988"/>
                <a:gd name="csY9" fmla="*/ 117475 h 1649880"/>
                <a:gd name="csX10" fmla="*/ 1206234 w 2415988"/>
                <a:gd name="csY10" fmla="*/ 0 h 1649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415988" h="1649880">
                  <a:moveTo>
                    <a:pt x="1206234" y="0"/>
                  </a:moveTo>
                  <a:cubicBezTo>
                    <a:pt x="1791028" y="0"/>
                    <a:pt x="2265097" y="52595"/>
                    <a:pt x="2265097" y="117475"/>
                  </a:cubicBezTo>
                  <a:lnTo>
                    <a:pt x="2270100" y="117475"/>
                  </a:lnTo>
                  <a:lnTo>
                    <a:pt x="2270190" y="117602"/>
                  </a:lnTo>
                  <a:cubicBezTo>
                    <a:pt x="2363172" y="264632"/>
                    <a:pt x="2415988" y="433125"/>
                    <a:pt x="2415988" y="612215"/>
                  </a:cubicBezTo>
                  <a:cubicBezTo>
                    <a:pt x="2415988" y="1185302"/>
                    <a:pt x="1875151" y="1649880"/>
                    <a:pt x="1207994" y="1649880"/>
                  </a:cubicBezTo>
                  <a:cubicBezTo>
                    <a:pt x="540837" y="1649880"/>
                    <a:pt x="0" y="1185302"/>
                    <a:pt x="0" y="612215"/>
                  </a:cubicBezTo>
                  <a:cubicBezTo>
                    <a:pt x="0" y="433125"/>
                    <a:pt x="52816" y="264632"/>
                    <a:pt x="145799" y="117602"/>
                  </a:cubicBezTo>
                  <a:lnTo>
                    <a:pt x="145888" y="117475"/>
                  </a:lnTo>
                  <a:lnTo>
                    <a:pt x="147371" y="117475"/>
                  </a:lnTo>
                  <a:cubicBezTo>
                    <a:pt x="147371" y="52595"/>
                    <a:pt x="621440" y="0"/>
                    <a:pt x="1206234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B8A18A">
                    <a:alpha val="0"/>
                  </a:srgbClr>
                </a:gs>
                <a:gs pos="100000">
                  <a:srgbClr val="3F2A1D">
                    <a:alpha val="0"/>
                  </a:srgbClr>
                </a:gs>
                <a:gs pos="50000">
                  <a:srgbClr val="7A5A44"/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EB377A13-DC84-465E-DE2E-B5234F8F99D9}"/>
                </a:ext>
              </a:extLst>
            </p:cNvPr>
            <p:cNvSpPr/>
            <p:nvPr/>
          </p:nvSpPr>
          <p:spPr>
            <a:xfrm>
              <a:off x="6859149" y="3205262"/>
              <a:ext cx="2117725" cy="23495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</p:spTree>
    <p:extLst>
      <p:ext uri="{BB962C8B-B14F-4D97-AF65-F5344CB8AC3E}">
        <p14:creationId xmlns:p14="http://schemas.microsoft.com/office/powerpoint/2010/main" val="32650355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81887D-CDE5-A099-A154-4F13E0611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3240D1A-6E0A-AACC-732A-AB320F2E1C08}"/>
              </a:ext>
            </a:extLst>
          </p:cNvPr>
          <p:cNvGrpSpPr/>
          <p:nvPr/>
        </p:nvGrpSpPr>
        <p:grpSpPr>
          <a:xfrm>
            <a:off x="197731" y="2035674"/>
            <a:ext cx="2520000" cy="2880000"/>
            <a:chOff x="197731" y="2035674"/>
            <a:chExt cx="2520000" cy="2880000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DCBB1BCF-C47D-E805-4CD5-5BE4F65B2892}"/>
                </a:ext>
              </a:extLst>
            </p:cNvPr>
            <p:cNvSpPr/>
            <p:nvPr/>
          </p:nvSpPr>
          <p:spPr>
            <a:xfrm>
              <a:off x="197731" y="2035674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CF30CE4-1D4A-2EFB-945C-28AD3B3F00BA}"/>
                </a:ext>
              </a:extLst>
            </p:cNvPr>
            <p:cNvSpPr/>
            <p:nvPr/>
          </p:nvSpPr>
          <p:spPr>
            <a:xfrm>
              <a:off x="1098662" y="2035674"/>
              <a:ext cx="721659" cy="264160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rgbClr val="F6F8FC">
                    <a:alpha val="0"/>
                  </a:srgbClr>
                </a:gs>
                <a:gs pos="50000">
                  <a:srgbClr val="FFFFFF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CA10008-B698-3BA4-47CE-53AB09260ECD}"/>
                </a:ext>
              </a:extLst>
            </p:cNvPr>
            <p:cNvSpPr/>
            <p:nvPr/>
          </p:nvSpPr>
          <p:spPr>
            <a:xfrm>
              <a:off x="251496" y="3205262"/>
              <a:ext cx="2415988" cy="1649880"/>
            </a:xfrm>
            <a:custGeom>
              <a:avLst/>
              <a:gdLst>
                <a:gd name="csX0" fmla="*/ 1206234 w 2415988"/>
                <a:gd name="csY0" fmla="*/ 0 h 1649880"/>
                <a:gd name="csX1" fmla="*/ 2265097 w 2415988"/>
                <a:gd name="csY1" fmla="*/ 117475 h 1649880"/>
                <a:gd name="csX2" fmla="*/ 2270100 w 2415988"/>
                <a:gd name="csY2" fmla="*/ 117475 h 1649880"/>
                <a:gd name="csX3" fmla="*/ 2270190 w 2415988"/>
                <a:gd name="csY3" fmla="*/ 117602 h 1649880"/>
                <a:gd name="csX4" fmla="*/ 2415988 w 2415988"/>
                <a:gd name="csY4" fmla="*/ 612215 h 1649880"/>
                <a:gd name="csX5" fmla="*/ 1207994 w 2415988"/>
                <a:gd name="csY5" fmla="*/ 1649880 h 1649880"/>
                <a:gd name="csX6" fmla="*/ 0 w 2415988"/>
                <a:gd name="csY6" fmla="*/ 612215 h 1649880"/>
                <a:gd name="csX7" fmla="*/ 145799 w 2415988"/>
                <a:gd name="csY7" fmla="*/ 117602 h 1649880"/>
                <a:gd name="csX8" fmla="*/ 145888 w 2415988"/>
                <a:gd name="csY8" fmla="*/ 117475 h 1649880"/>
                <a:gd name="csX9" fmla="*/ 147371 w 2415988"/>
                <a:gd name="csY9" fmla="*/ 117475 h 1649880"/>
                <a:gd name="csX10" fmla="*/ 1206234 w 2415988"/>
                <a:gd name="csY10" fmla="*/ 0 h 1649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415988" h="1649880">
                  <a:moveTo>
                    <a:pt x="1206234" y="0"/>
                  </a:moveTo>
                  <a:cubicBezTo>
                    <a:pt x="1791028" y="0"/>
                    <a:pt x="2265097" y="52595"/>
                    <a:pt x="2265097" y="117475"/>
                  </a:cubicBezTo>
                  <a:lnTo>
                    <a:pt x="2270100" y="117475"/>
                  </a:lnTo>
                  <a:lnTo>
                    <a:pt x="2270190" y="117602"/>
                  </a:lnTo>
                  <a:cubicBezTo>
                    <a:pt x="2363172" y="264632"/>
                    <a:pt x="2415988" y="433125"/>
                    <a:pt x="2415988" y="612215"/>
                  </a:cubicBezTo>
                  <a:cubicBezTo>
                    <a:pt x="2415988" y="1185302"/>
                    <a:pt x="1875151" y="1649880"/>
                    <a:pt x="1207994" y="1649880"/>
                  </a:cubicBezTo>
                  <a:cubicBezTo>
                    <a:pt x="540837" y="1649880"/>
                    <a:pt x="0" y="1185302"/>
                    <a:pt x="0" y="612215"/>
                  </a:cubicBezTo>
                  <a:cubicBezTo>
                    <a:pt x="0" y="433125"/>
                    <a:pt x="52816" y="264632"/>
                    <a:pt x="145799" y="117602"/>
                  </a:cubicBezTo>
                  <a:lnTo>
                    <a:pt x="145888" y="117475"/>
                  </a:lnTo>
                  <a:lnTo>
                    <a:pt x="147371" y="117475"/>
                  </a:lnTo>
                  <a:cubicBezTo>
                    <a:pt x="147371" y="52595"/>
                    <a:pt x="621440" y="0"/>
                    <a:pt x="1206234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C7A0D5">
                    <a:alpha val="0"/>
                  </a:srgbClr>
                </a:gs>
                <a:gs pos="100000">
                  <a:srgbClr val="9C5EB6">
                    <a:alpha val="0"/>
                  </a:srgbClr>
                </a:gs>
                <a:gs pos="50000">
                  <a:srgbClr val="AF7EC2"/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2BD8F7DA-BC6D-971E-3413-C73A50C7D12E}"/>
                </a:ext>
              </a:extLst>
            </p:cNvPr>
            <p:cNvSpPr/>
            <p:nvPr/>
          </p:nvSpPr>
          <p:spPr>
            <a:xfrm>
              <a:off x="398868" y="3205262"/>
              <a:ext cx="2117725" cy="23495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B35C292D-BDB6-DA26-601A-F7771E862D7F}"/>
              </a:ext>
            </a:extLst>
          </p:cNvPr>
          <p:cNvGrpSpPr/>
          <p:nvPr/>
        </p:nvGrpSpPr>
        <p:grpSpPr>
          <a:xfrm>
            <a:off x="3237081" y="2035674"/>
            <a:ext cx="2520000" cy="2880000"/>
            <a:chOff x="3237081" y="2035674"/>
            <a:chExt cx="2520000" cy="2880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375076B-5F8D-F896-6CCD-A21E84AF2592}"/>
                </a:ext>
              </a:extLst>
            </p:cNvPr>
            <p:cNvSpPr/>
            <p:nvPr/>
          </p:nvSpPr>
          <p:spPr>
            <a:xfrm>
              <a:off x="3237081" y="2035674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DF159E79-6B5A-F9C1-9AD5-FCBE06A0FB0E}"/>
                </a:ext>
              </a:extLst>
            </p:cNvPr>
            <p:cNvSpPr/>
            <p:nvPr/>
          </p:nvSpPr>
          <p:spPr>
            <a:xfrm>
              <a:off x="4138012" y="2035674"/>
              <a:ext cx="721659" cy="264160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rgbClr val="F6F8FC">
                    <a:alpha val="0"/>
                  </a:srgbClr>
                </a:gs>
                <a:gs pos="50000">
                  <a:srgbClr val="FFFFFF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F78EA8E-C95C-0EE3-CEB7-1DE4A95059B7}"/>
                </a:ext>
              </a:extLst>
            </p:cNvPr>
            <p:cNvSpPr/>
            <p:nvPr/>
          </p:nvSpPr>
          <p:spPr>
            <a:xfrm>
              <a:off x="3290846" y="3205262"/>
              <a:ext cx="2415988" cy="1649880"/>
            </a:xfrm>
            <a:custGeom>
              <a:avLst/>
              <a:gdLst>
                <a:gd name="csX0" fmla="*/ 1206234 w 2415988"/>
                <a:gd name="csY0" fmla="*/ 0 h 1649880"/>
                <a:gd name="csX1" fmla="*/ 2265097 w 2415988"/>
                <a:gd name="csY1" fmla="*/ 117475 h 1649880"/>
                <a:gd name="csX2" fmla="*/ 2270100 w 2415988"/>
                <a:gd name="csY2" fmla="*/ 117475 h 1649880"/>
                <a:gd name="csX3" fmla="*/ 2270190 w 2415988"/>
                <a:gd name="csY3" fmla="*/ 117602 h 1649880"/>
                <a:gd name="csX4" fmla="*/ 2415988 w 2415988"/>
                <a:gd name="csY4" fmla="*/ 612215 h 1649880"/>
                <a:gd name="csX5" fmla="*/ 1207994 w 2415988"/>
                <a:gd name="csY5" fmla="*/ 1649880 h 1649880"/>
                <a:gd name="csX6" fmla="*/ 0 w 2415988"/>
                <a:gd name="csY6" fmla="*/ 612215 h 1649880"/>
                <a:gd name="csX7" fmla="*/ 145799 w 2415988"/>
                <a:gd name="csY7" fmla="*/ 117602 h 1649880"/>
                <a:gd name="csX8" fmla="*/ 145888 w 2415988"/>
                <a:gd name="csY8" fmla="*/ 117475 h 1649880"/>
                <a:gd name="csX9" fmla="*/ 147371 w 2415988"/>
                <a:gd name="csY9" fmla="*/ 117475 h 1649880"/>
                <a:gd name="csX10" fmla="*/ 1206234 w 2415988"/>
                <a:gd name="csY10" fmla="*/ 0 h 1649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415988" h="1649880">
                  <a:moveTo>
                    <a:pt x="1206234" y="0"/>
                  </a:moveTo>
                  <a:cubicBezTo>
                    <a:pt x="1791028" y="0"/>
                    <a:pt x="2265097" y="52595"/>
                    <a:pt x="2265097" y="117475"/>
                  </a:cubicBezTo>
                  <a:lnTo>
                    <a:pt x="2270100" y="117475"/>
                  </a:lnTo>
                  <a:lnTo>
                    <a:pt x="2270190" y="117602"/>
                  </a:lnTo>
                  <a:cubicBezTo>
                    <a:pt x="2363172" y="264632"/>
                    <a:pt x="2415988" y="433125"/>
                    <a:pt x="2415988" y="612215"/>
                  </a:cubicBezTo>
                  <a:cubicBezTo>
                    <a:pt x="2415988" y="1185302"/>
                    <a:pt x="1875151" y="1649880"/>
                    <a:pt x="1207994" y="1649880"/>
                  </a:cubicBezTo>
                  <a:cubicBezTo>
                    <a:pt x="540837" y="1649880"/>
                    <a:pt x="0" y="1185302"/>
                    <a:pt x="0" y="612215"/>
                  </a:cubicBezTo>
                  <a:cubicBezTo>
                    <a:pt x="0" y="433125"/>
                    <a:pt x="52816" y="264632"/>
                    <a:pt x="145799" y="117602"/>
                  </a:cubicBezTo>
                  <a:lnTo>
                    <a:pt x="145888" y="117475"/>
                  </a:lnTo>
                  <a:lnTo>
                    <a:pt x="147371" y="117475"/>
                  </a:lnTo>
                  <a:cubicBezTo>
                    <a:pt x="147371" y="52595"/>
                    <a:pt x="621440" y="0"/>
                    <a:pt x="1206234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FFA45D">
                    <a:alpha val="0"/>
                  </a:srgbClr>
                </a:gs>
                <a:gs pos="100000">
                  <a:srgbClr val="FB6D18">
                    <a:alpha val="0"/>
                  </a:srgbClr>
                </a:gs>
                <a:gs pos="50000">
                  <a:srgbClr val="FA8740"/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86A7ABE4-E515-0B98-F7BF-203BDE8761D3}"/>
                </a:ext>
              </a:extLst>
            </p:cNvPr>
            <p:cNvSpPr/>
            <p:nvPr/>
          </p:nvSpPr>
          <p:spPr>
            <a:xfrm>
              <a:off x="3438218" y="3205262"/>
              <a:ext cx="2117725" cy="23495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276BA7AF-22ED-3E98-6449-0878483968CC}"/>
              </a:ext>
            </a:extLst>
          </p:cNvPr>
          <p:cNvGrpSpPr/>
          <p:nvPr/>
        </p:nvGrpSpPr>
        <p:grpSpPr>
          <a:xfrm>
            <a:off x="9420504" y="2096206"/>
            <a:ext cx="2520000" cy="2880000"/>
            <a:chOff x="9420504" y="2096206"/>
            <a:chExt cx="2520000" cy="2880000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853BA5A-A062-3BE4-07C2-2602B553AD2E}"/>
                </a:ext>
              </a:extLst>
            </p:cNvPr>
            <p:cNvSpPr/>
            <p:nvPr/>
          </p:nvSpPr>
          <p:spPr>
            <a:xfrm>
              <a:off x="9420504" y="2096206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A66812D-A43F-C0F4-1A5B-A7DBD0518B88}"/>
                </a:ext>
              </a:extLst>
            </p:cNvPr>
            <p:cNvSpPr/>
            <p:nvPr/>
          </p:nvSpPr>
          <p:spPr>
            <a:xfrm>
              <a:off x="10321435" y="2096206"/>
              <a:ext cx="721659" cy="264160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rgbClr val="F6F8FC">
                    <a:alpha val="0"/>
                  </a:srgbClr>
                </a:gs>
                <a:gs pos="50000">
                  <a:srgbClr val="FFFFFF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168EE55-E419-8BE1-6C8F-515B6D711B97}"/>
                </a:ext>
              </a:extLst>
            </p:cNvPr>
            <p:cNvSpPr/>
            <p:nvPr/>
          </p:nvSpPr>
          <p:spPr>
            <a:xfrm>
              <a:off x="9474269" y="3265794"/>
              <a:ext cx="2415988" cy="1649880"/>
            </a:xfrm>
            <a:custGeom>
              <a:avLst/>
              <a:gdLst>
                <a:gd name="csX0" fmla="*/ 1206234 w 2415988"/>
                <a:gd name="csY0" fmla="*/ 0 h 1649880"/>
                <a:gd name="csX1" fmla="*/ 2265097 w 2415988"/>
                <a:gd name="csY1" fmla="*/ 117475 h 1649880"/>
                <a:gd name="csX2" fmla="*/ 2270100 w 2415988"/>
                <a:gd name="csY2" fmla="*/ 117475 h 1649880"/>
                <a:gd name="csX3" fmla="*/ 2270190 w 2415988"/>
                <a:gd name="csY3" fmla="*/ 117602 h 1649880"/>
                <a:gd name="csX4" fmla="*/ 2415988 w 2415988"/>
                <a:gd name="csY4" fmla="*/ 612215 h 1649880"/>
                <a:gd name="csX5" fmla="*/ 1207994 w 2415988"/>
                <a:gd name="csY5" fmla="*/ 1649880 h 1649880"/>
                <a:gd name="csX6" fmla="*/ 0 w 2415988"/>
                <a:gd name="csY6" fmla="*/ 612215 h 1649880"/>
                <a:gd name="csX7" fmla="*/ 145799 w 2415988"/>
                <a:gd name="csY7" fmla="*/ 117602 h 1649880"/>
                <a:gd name="csX8" fmla="*/ 145888 w 2415988"/>
                <a:gd name="csY8" fmla="*/ 117475 h 1649880"/>
                <a:gd name="csX9" fmla="*/ 147371 w 2415988"/>
                <a:gd name="csY9" fmla="*/ 117475 h 1649880"/>
                <a:gd name="csX10" fmla="*/ 1206234 w 2415988"/>
                <a:gd name="csY10" fmla="*/ 0 h 1649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415988" h="1649880">
                  <a:moveTo>
                    <a:pt x="1206234" y="0"/>
                  </a:moveTo>
                  <a:cubicBezTo>
                    <a:pt x="1791028" y="0"/>
                    <a:pt x="2265097" y="52595"/>
                    <a:pt x="2265097" y="117475"/>
                  </a:cubicBezTo>
                  <a:lnTo>
                    <a:pt x="2270100" y="117475"/>
                  </a:lnTo>
                  <a:lnTo>
                    <a:pt x="2270190" y="117602"/>
                  </a:lnTo>
                  <a:cubicBezTo>
                    <a:pt x="2363172" y="264632"/>
                    <a:pt x="2415988" y="433125"/>
                    <a:pt x="2415988" y="612215"/>
                  </a:cubicBezTo>
                  <a:cubicBezTo>
                    <a:pt x="2415988" y="1185302"/>
                    <a:pt x="1875151" y="1649880"/>
                    <a:pt x="1207994" y="1649880"/>
                  </a:cubicBezTo>
                  <a:cubicBezTo>
                    <a:pt x="540837" y="1649880"/>
                    <a:pt x="0" y="1185302"/>
                    <a:pt x="0" y="612215"/>
                  </a:cubicBezTo>
                  <a:cubicBezTo>
                    <a:pt x="0" y="433125"/>
                    <a:pt x="52816" y="264632"/>
                    <a:pt x="145799" y="117602"/>
                  </a:cubicBezTo>
                  <a:lnTo>
                    <a:pt x="145888" y="117475"/>
                  </a:lnTo>
                  <a:lnTo>
                    <a:pt x="147371" y="117475"/>
                  </a:lnTo>
                  <a:cubicBezTo>
                    <a:pt x="147371" y="52595"/>
                    <a:pt x="621440" y="0"/>
                    <a:pt x="1206234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3BB486">
                    <a:alpha val="0"/>
                  </a:srgbClr>
                </a:gs>
                <a:gs pos="100000">
                  <a:srgbClr val="13834D">
                    <a:alpha val="0"/>
                  </a:srgbClr>
                </a:gs>
                <a:gs pos="50000">
                  <a:srgbClr val="299B6B"/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2BC05A2D-699B-3499-D3D1-542F7EDF9753}"/>
                </a:ext>
              </a:extLst>
            </p:cNvPr>
            <p:cNvSpPr/>
            <p:nvPr/>
          </p:nvSpPr>
          <p:spPr>
            <a:xfrm>
              <a:off x="9621641" y="3265794"/>
              <a:ext cx="2117725" cy="23495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EA06D54-639F-2484-B164-BE22445769CA}"/>
              </a:ext>
            </a:extLst>
          </p:cNvPr>
          <p:cNvGrpSpPr/>
          <p:nvPr/>
        </p:nvGrpSpPr>
        <p:grpSpPr>
          <a:xfrm>
            <a:off x="6434921" y="2035674"/>
            <a:ext cx="2520000" cy="2880000"/>
            <a:chOff x="6434921" y="2035674"/>
            <a:chExt cx="2520000" cy="2880000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F731B1FD-3630-69DD-5284-E8780D9C9757}"/>
                </a:ext>
              </a:extLst>
            </p:cNvPr>
            <p:cNvSpPr/>
            <p:nvPr/>
          </p:nvSpPr>
          <p:spPr>
            <a:xfrm>
              <a:off x="6434921" y="2035674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FA2FDF08-BFF7-BBD4-0828-B5B577231914}"/>
                </a:ext>
              </a:extLst>
            </p:cNvPr>
            <p:cNvSpPr/>
            <p:nvPr/>
          </p:nvSpPr>
          <p:spPr>
            <a:xfrm>
              <a:off x="7335852" y="2035674"/>
              <a:ext cx="721659" cy="264160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rgbClr val="F6F8FC">
                    <a:alpha val="0"/>
                  </a:srgbClr>
                </a:gs>
                <a:gs pos="50000">
                  <a:srgbClr val="FFFFFF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C390EFF7-A971-F50A-5E05-D326BD9D12C3}"/>
                </a:ext>
              </a:extLst>
            </p:cNvPr>
            <p:cNvSpPr/>
            <p:nvPr/>
          </p:nvSpPr>
          <p:spPr>
            <a:xfrm>
              <a:off x="6488686" y="3205262"/>
              <a:ext cx="2415988" cy="1649880"/>
            </a:xfrm>
            <a:custGeom>
              <a:avLst/>
              <a:gdLst>
                <a:gd name="csX0" fmla="*/ 1206234 w 2415988"/>
                <a:gd name="csY0" fmla="*/ 0 h 1649880"/>
                <a:gd name="csX1" fmla="*/ 2265097 w 2415988"/>
                <a:gd name="csY1" fmla="*/ 117475 h 1649880"/>
                <a:gd name="csX2" fmla="*/ 2270100 w 2415988"/>
                <a:gd name="csY2" fmla="*/ 117475 h 1649880"/>
                <a:gd name="csX3" fmla="*/ 2270190 w 2415988"/>
                <a:gd name="csY3" fmla="*/ 117602 h 1649880"/>
                <a:gd name="csX4" fmla="*/ 2415988 w 2415988"/>
                <a:gd name="csY4" fmla="*/ 612215 h 1649880"/>
                <a:gd name="csX5" fmla="*/ 1207994 w 2415988"/>
                <a:gd name="csY5" fmla="*/ 1649880 h 1649880"/>
                <a:gd name="csX6" fmla="*/ 0 w 2415988"/>
                <a:gd name="csY6" fmla="*/ 612215 h 1649880"/>
                <a:gd name="csX7" fmla="*/ 145799 w 2415988"/>
                <a:gd name="csY7" fmla="*/ 117602 h 1649880"/>
                <a:gd name="csX8" fmla="*/ 145888 w 2415988"/>
                <a:gd name="csY8" fmla="*/ 117475 h 1649880"/>
                <a:gd name="csX9" fmla="*/ 147371 w 2415988"/>
                <a:gd name="csY9" fmla="*/ 117475 h 1649880"/>
                <a:gd name="csX10" fmla="*/ 1206234 w 2415988"/>
                <a:gd name="csY10" fmla="*/ 0 h 1649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415988" h="1649880">
                  <a:moveTo>
                    <a:pt x="1206234" y="0"/>
                  </a:moveTo>
                  <a:cubicBezTo>
                    <a:pt x="1791028" y="0"/>
                    <a:pt x="2265097" y="52595"/>
                    <a:pt x="2265097" y="117475"/>
                  </a:cubicBezTo>
                  <a:lnTo>
                    <a:pt x="2270100" y="117475"/>
                  </a:lnTo>
                  <a:lnTo>
                    <a:pt x="2270190" y="117602"/>
                  </a:lnTo>
                  <a:cubicBezTo>
                    <a:pt x="2363172" y="264632"/>
                    <a:pt x="2415988" y="433125"/>
                    <a:pt x="2415988" y="612215"/>
                  </a:cubicBezTo>
                  <a:cubicBezTo>
                    <a:pt x="2415988" y="1185302"/>
                    <a:pt x="1875151" y="1649880"/>
                    <a:pt x="1207994" y="1649880"/>
                  </a:cubicBezTo>
                  <a:cubicBezTo>
                    <a:pt x="540837" y="1649880"/>
                    <a:pt x="0" y="1185302"/>
                    <a:pt x="0" y="612215"/>
                  </a:cubicBezTo>
                  <a:cubicBezTo>
                    <a:pt x="0" y="433125"/>
                    <a:pt x="52816" y="264632"/>
                    <a:pt x="145799" y="117602"/>
                  </a:cubicBezTo>
                  <a:lnTo>
                    <a:pt x="145888" y="117475"/>
                  </a:lnTo>
                  <a:lnTo>
                    <a:pt x="147371" y="117475"/>
                  </a:lnTo>
                  <a:cubicBezTo>
                    <a:pt x="147371" y="52595"/>
                    <a:pt x="621440" y="0"/>
                    <a:pt x="1206234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CAC4C1">
                    <a:alpha val="0"/>
                  </a:srgbClr>
                </a:gs>
                <a:gs pos="100000">
                  <a:srgbClr val="ABA5A1">
                    <a:alpha val="0"/>
                  </a:srgbClr>
                </a:gs>
                <a:gs pos="50000">
                  <a:srgbClr val="BCB6B3"/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97431020-B033-9B82-678B-ECE92FAD79AE}"/>
                </a:ext>
              </a:extLst>
            </p:cNvPr>
            <p:cNvSpPr/>
            <p:nvPr/>
          </p:nvSpPr>
          <p:spPr>
            <a:xfrm>
              <a:off x="6636058" y="3205262"/>
              <a:ext cx="2117725" cy="23495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</p:spTree>
    <p:extLst>
      <p:ext uri="{BB962C8B-B14F-4D97-AF65-F5344CB8AC3E}">
        <p14:creationId xmlns:p14="http://schemas.microsoft.com/office/powerpoint/2010/main" val="28683933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74DE7A-BDA4-7B89-1876-A54386554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8F016AE4-AED5-0447-2EC5-74F4810812B0}"/>
              </a:ext>
            </a:extLst>
          </p:cNvPr>
          <p:cNvGrpSpPr/>
          <p:nvPr/>
        </p:nvGrpSpPr>
        <p:grpSpPr>
          <a:xfrm>
            <a:off x="4836000" y="1435510"/>
            <a:ext cx="2520000" cy="3575730"/>
            <a:chOff x="4836000" y="1435510"/>
            <a:chExt cx="2520000" cy="3575730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2E0BA24-747C-B7D1-DB3E-AEB0E700F8B7}"/>
                </a:ext>
              </a:extLst>
            </p:cNvPr>
            <p:cNvSpPr/>
            <p:nvPr/>
          </p:nvSpPr>
          <p:spPr>
            <a:xfrm>
              <a:off x="4836000" y="2131240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 dirty="0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1304EF7-8891-3C38-20A7-838CC8B7DAF8}"/>
                </a:ext>
              </a:extLst>
            </p:cNvPr>
            <p:cNvSpPr/>
            <p:nvPr/>
          </p:nvSpPr>
          <p:spPr>
            <a:xfrm>
              <a:off x="5894070" y="1435510"/>
              <a:ext cx="403860" cy="2587850"/>
            </a:xfrm>
            <a:prstGeom prst="rect">
              <a:avLst/>
            </a:prstGeom>
            <a:gradFill>
              <a:gsLst>
                <a:gs pos="0">
                  <a:srgbClr val="8FDBFF"/>
                </a:gs>
                <a:gs pos="50000">
                  <a:srgbClr val="71CBF7"/>
                </a:gs>
                <a:gs pos="100000">
                  <a:srgbClr val="41BDF6"/>
                </a:gs>
              </a:gsLst>
              <a:path path="circle">
                <a:fillToRect l="50000" t="50000" r="50000" b="5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3F3B588D-644F-BFA8-FFF9-67314D7FF9D1}"/>
                </a:ext>
              </a:extLst>
            </p:cNvPr>
            <p:cNvSpPr/>
            <p:nvPr/>
          </p:nvSpPr>
          <p:spPr>
            <a:xfrm>
              <a:off x="5735171" y="2127850"/>
              <a:ext cx="721659" cy="264160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2DA38F88-44FD-8B16-E330-D11D18B92414}"/>
                </a:ext>
              </a:extLst>
            </p:cNvPr>
            <p:cNvSpPr/>
            <p:nvPr/>
          </p:nvSpPr>
          <p:spPr>
            <a:xfrm>
              <a:off x="4888006" y="3397250"/>
              <a:ext cx="2415988" cy="1555750"/>
            </a:xfrm>
            <a:custGeom>
              <a:avLst/>
              <a:gdLst>
                <a:gd name="csX0" fmla="*/ 1206234 w 2415988"/>
                <a:gd name="csY0" fmla="*/ 0 h 1649880"/>
                <a:gd name="csX1" fmla="*/ 2265097 w 2415988"/>
                <a:gd name="csY1" fmla="*/ 117475 h 1649880"/>
                <a:gd name="csX2" fmla="*/ 2270100 w 2415988"/>
                <a:gd name="csY2" fmla="*/ 117475 h 1649880"/>
                <a:gd name="csX3" fmla="*/ 2270190 w 2415988"/>
                <a:gd name="csY3" fmla="*/ 117602 h 1649880"/>
                <a:gd name="csX4" fmla="*/ 2415988 w 2415988"/>
                <a:gd name="csY4" fmla="*/ 612215 h 1649880"/>
                <a:gd name="csX5" fmla="*/ 1207994 w 2415988"/>
                <a:gd name="csY5" fmla="*/ 1649880 h 1649880"/>
                <a:gd name="csX6" fmla="*/ 0 w 2415988"/>
                <a:gd name="csY6" fmla="*/ 612215 h 1649880"/>
                <a:gd name="csX7" fmla="*/ 145799 w 2415988"/>
                <a:gd name="csY7" fmla="*/ 117602 h 1649880"/>
                <a:gd name="csX8" fmla="*/ 145888 w 2415988"/>
                <a:gd name="csY8" fmla="*/ 117475 h 1649880"/>
                <a:gd name="csX9" fmla="*/ 147371 w 2415988"/>
                <a:gd name="csY9" fmla="*/ 117475 h 1649880"/>
                <a:gd name="csX10" fmla="*/ 1206234 w 2415988"/>
                <a:gd name="csY10" fmla="*/ 0 h 1649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415988" h="1649880">
                  <a:moveTo>
                    <a:pt x="1206234" y="0"/>
                  </a:moveTo>
                  <a:cubicBezTo>
                    <a:pt x="1791028" y="0"/>
                    <a:pt x="2265097" y="52595"/>
                    <a:pt x="2265097" y="117475"/>
                  </a:cubicBezTo>
                  <a:lnTo>
                    <a:pt x="2270100" y="117475"/>
                  </a:lnTo>
                  <a:lnTo>
                    <a:pt x="2270190" y="117602"/>
                  </a:lnTo>
                  <a:cubicBezTo>
                    <a:pt x="2363172" y="264632"/>
                    <a:pt x="2415988" y="433125"/>
                    <a:pt x="2415988" y="612215"/>
                  </a:cubicBezTo>
                  <a:cubicBezTo>
                    <a:pt x="2415988" y="1185302"/>
                    <a:pt x="1875151" y="1649880"/>
                    <a:pt x="1207994" y="1649880"/>
                  </a:cubicBezTo>
                  <a:cubicBezTo>
                    <a:pt x="540837" y="1649880"/>
                    <a:pt x="0" y="1185302"/>
                    <a:pt x="0" y="612215"/>
                  </a:cubicBezTo>
                  <a:cubicBezTo>
                    <a:pt x="0" y="433125"/>
                    <a:pt x="52816" y="264632"/>
                    <a:pt x="145799" y="117602"/>
                  </a:cubicBezTo>
                  <a:lnTo>
                    <a:pt x="145888" y="117475"/>
                  </a:lnTo>
                  <a:lnTo>
                    <a:pt x="147371" y="117475"/>
                  </a:lnTo>
                  <a:cubicBezTo>
                    <a:pt x="147371" y="52595"/>
                    <a:pt x="621440" y="0"/>
                    <a:pt x="1206234" y="0"/>
                  </a:cubicBezTo>
                  <a:close/>
                </a:path>
              </a:pathLst>
            </a:custGeom>
            <a:gradFill>
              <a:gsLst>
                <a:gs pos="0">
                  <a:srgbClr val="8FDBFF"/>
                </a:gs>
                <a:gs pos="50000">
                  <a:srgbClr val="71CBF7"/>
                </a:gs>
                <a:gs pos="100000">
                  <a:srgbClr val="41BDF6"/>
                </a:gs>
              </a:gsLst>
              <a:path path="circle">
                <a:fillToRect l="50000" t="50000" r="50000" b="5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4159CC16-4626-16AF-4E13-AB19D0885166}"/>
                </a:ext>
              </a:extLst>
            </p:cNvPr>
            <p:cNvSpPr/>
            <p:nvPr/>
          </p:nvSpPr>
          <p:spPr>
            <a:xfrm>
              <a:off x="5037138" y="3397250"/>
              <a:ext cx="2117725" cy="23495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7DF04AC-0921-AD30-90B5-A66B0C796CD3}"/>
              </a:ext>
            </a:extLst>
          </p:cNvPr>
          <p:cNvGrpSpPr/>
          <p:nvPr/>
        </p:nvGrpSpPr>
        <p:grpSpPr>
          <a:xfrm>
            <a:off x="8054034" y="1435510"/>
            <a:ext cx="2520000" cy="3575730"/>
            <a:chOff x="8054034" y="1435510"/>
            <a:chExt cx="2520000" cy="3575730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8C3C613-907C-8BC1-A308-60AD26280309}"/>
                </a:ext>
              </a:extLst>
            </p:cNvPr>
            <p:cNvSpPr/>
            <p:nvPr/>
          </p:nvSpPr>
          <p:spPr>
            <a:xfrm>
              <a:off x="8054034" y="2131240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D726BE3-63EE-131C-7091-48A14F099C20}"/>
                </a:ext>
              </a:extLst>
            </p:cNvPr>
            <p:cNvSpPr/>
            <p:nvPr/>
          </p:nvSpPr>
          <p:spPr>
            <a:xfrm>
              <a:off x="9112104" y="1435510"/>
              <a:ext cx="403860" cy="2587850"/>
            </a:xfrm>
            <a:prstGeom prst="rect">
              <a:avLst/>
            </a:prstGeom>
            <a:gradFill>
              <a:gsLst>
                <a:gs pos="0">
                  <a:srgbClr val="B8A18A"/>
                </a:gs>
                <a:gs pos="50000">
                  <a:srgbClr val="7A5A44"/>
                </a:gs>
                <a:gs pos="100000">
                  <a:srgbClr val="3F2A1D"/>
                </a:gs>
              </a:gsLst>
              <a:path path="circle">
                <a:fillToRect l="50000" t="50000" r="50000" b="5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0FA595A-15AE-F694-52F9-2A06DC34615C}"/>
                </a:ext>
              </a:extLst>
            </p:cNvPr>
            <p:cNvSpPr/>
            <p:nvPr/>
          </p:nvSpPr>
          <p:spPr>
            <a:xfrm>
              <a:off x="8953205" y="2127850"/>
              <a:ext cx="721659" cy="264160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33589BAB-41B1-7B10-8770-82EF1F153A38}"/>
                </a:ext>
              </a:extLst>
            </p:cNvPr>
            <p:cNvSpPr/>
            <p:nvPr/>
          </p:nvSpPr>
          <p:spPr>
            <a:xfrm>
              <a:off x="8106040" y="3397250"/>
              <a:ext cx="2415988" cy="1555750"/>
            </a:xfrm>
            <a:custGeom>
              <a:avLst/>
              <a:gdLst>
                <a:gd name="csX0" fmla="*/ 1206234 w 2415988"/>
                <a:gd name="csY0" fmla="*/ 0 h 1649880"/>
                <a:gd name="csX1" fmla="*/ 2265097 w 2415988"/>
                <a:gd name="csY1" fmla="*/ 117475 h 1649880"/>
                <a:gd name="csX2" fmla="*/ 2270100 w 2415988"/>
                <a:gd name="csY2" fmla="*/ 117475 h 1649880"/>
                <a:gd name="csX3" fmla="*/ 2270190 w 2415988"/>
                <a:gd name="csY3" fmla="*/ 117602 h 1649880"/>
                <a:gd name="csX4" fmla="*/ 2415988 w 2415988"/>
                <a:gd name="csY4" fmla="*/ 612215 h 1649880"/>
                <a:gd name="csX5" fmla="*/ 1207994 w 2415988"/>
                <a:gd name="csY5" fmla="*/ 1649880 h 1649880"/>
                <a:gd name="csX6" fmla="*/ 0 w 2415988"/>
                <a:gd name="csY6" fmla="*/ 612215 h 1649880"/>
                <a:gd name="csX7" fmla="*/ 145799 w 2415988"/>
                <a:gd name="csY7" fmla="*/ 117602 h 1649880"/>
                <a:gd name="csX8" fmla="*/ 145888 w 2415988"/>
                <a:gd name="csY8" fmla="*/ 117475 h 1649880"/>
                <a:gd name="csX9" fmla="*/ 147371 w 2415988"/>
                <a:gd name="csY9" fmla="*/ 117475 h 1649880"/>
                <a:gd name="csX10" fmla="*/ 1206234 w 2415988"/>
                <a:gd name="csY10" fmla="*/ 0 h 1649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415988" h="1649880">
                  <a:moveTo>
                    <a:pt x="1206234" y="0"/>
                  </a:moveTo>
                  <a:cubicBezTo>
                    <a:pt x="1791028" y="0"/>
                    <a:pt x="2265097" y="52595"/>
                    <a:pt x="2265097" y="117475"/>
                  </a:cubicBezTo>
                  <a:lnTo>
                    <a:pt x="2270100" y="117475"/>
                  </a:lnTo>
                  <a:lnTo>
                    <a:pt x="2270190" y="117602"/>
                  </a:lnTo>
                  <a:cubicBezTo>
                    <a:pt x="2363172" y="264632"/>
                    <a:pt x="2415988" y="433125"/>
                    <a:pt x="2415988" y="612215"/>
                  </a:cubicBezTo>
                  <a:cubicBezTo>
                    <a:pt x="2415988" y="1185302"/>
                    <a:pt x="1875151" y="1649880"/>
                    <a:pt x="1207994" y="1649880"/>
                  </a:cubicBezTo>
                  <a:cubicBezTo>
                    <a:pt x="540837" y="1649880"/>
                    <a:pt x="0" y="1185302"/>
                    <a:pt x="0" y="612215"/>
                  </a:cubicBezTo>
                  <a:cubicBezTo>
                    <a:pt x="0" y="433125"/>
                    <a:pt x="52816" y="264632"/>
                    <a:pt x="145799" y="117602"/>
                  </a:cubicBezTo>
                  <a:lnTo>
                    <a:pt x="145888" y="117475"/>
                  </a:lnTo>
                  <a:lnTo>
                    <a:pt x="147371" y="117475"/>
                  </a:lnTo>
                  <a:cubicBezTo>
                    <a:pt x="147371" y="52595"/>
                    <a:pt x="621440" y="0"/>
                    <a:pt x="1206234" y="0"/>
                  </a:cubicBezTo>
                  <a:close/>
                </a:path>
              </a:pathLst>
            </a:custGeom>
            <a:gradFill>
              <a:gsLst>
                <a:gs pos="0">
                  <a:srgbClr val="B8A18A"/>
                </a:gs>
                <a:gs pos="50000">
                  <a:srgbClr val="7A5A44"/>
                </a:gs>
                <a:gs pos="100000">
                  <a:srgbClr val="3F2A1D"/>
                </a:gs>
              </a:gsLst>
              <a:path path="circle">
                <a:fillToRect l="50000" t="50000" r="50000" b="5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5A3EDAA-F9F9-2F25-3304-C3535489ACF2}"/>
                </a:ext>
              </a:extLst>
            </p:cNvPr>
            <p:cNvSpPr/>
            <p:nvPr/>
          </p:nvSpPr>
          <p:spPr>
            <a:xfrm>
              <a:off x="8255172" y="3397250"/>
              <a:ext cx="2117725" cy="23495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</p:spTree>
    <p:extLst>
      <p:ext uri="{BB962C8B-B14F-4D97-AF65-F5344CB8AC3E}">
        <p14:creationId xmlns:p14="http://schemas.microsoft.com/office/powerpoint/2010/main" val="39341880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96BE7B-D093-751D-1C55-C3FDE3C2C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077D02D0-FB8F-9A02-D40F-5493C1752115}"/>
              </a:ext>
            </a:extLst>
          </p:cNvPr>
          <p:cNvGrpSpPr/>
          <p:nvPr/>
        </p:nvGrpSpPr>
        <p:grpSpPr>
          <a:xfrm>
            <a:off x="4836000" y="1435510"/>
            <a:ext cx="2520000" cy="3575730"/>
            <a:chOff x="4836000" y="1435510"/>
            <a:chExt cx="2520000" cy="3575730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A0C1947-B2FE-A16E-5E3E-026A8802A8D7}"/>
                </a:ext>
              </a:extLst>
            </p:cNvPr>
            <p:cNvSpPr/>
            <p:nvPr/>
          </p:nvSpPr>
          <p:spPr>
            <a:xfrm>
              <a:off x="4836000" y="2131240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 dirty="0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C3798A2-F6E2-A6ED-D567-8CDDA48570A6}"/>
                </a:ext>
              </a:extLst>
            </p:cNvPr>
            <p:cNvSpPr/>
            <p:nvPr/>
          </p:nvSpPr>
          <p:spPr>
            <a:xfrm>
              <a:off x="5894070" y="1435510"/>
              <a:ext cx="403860" cy="2587850"/>
            </a:xfrm>
            <a:prstGeom prst="rect">
              <a:avLst/>
            </a:prstGeom>
            <a:gradFill>
              <a:gsLst>
                <a:gs pos="0">
                  <a:srgbClr val="779EF1"/>
                </a:gs>
                <a:gs pos="50000">
                  <a:srgbClr val="5378DE"/>
                </a:gs>
                <a:gs pos="100000">
                  <a:srgbClr val="2A54D7"/>
                </a:gs>
              </a:gsLst>
              <a:path path="circle">
                <a:fillToRect l="50000" t="50000" r="50000" b="5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DC3335E9-E62D-1B38-DAA6-4EA99F9335F6}"/>
                </a:ext>
              </a:extLst>
            </p:cNvPr>
            <p:cNvSpPr/>
            <p:nvPr/>
          </p:nvSpPr>
          <p:spPr>
            <a:xfrm>
              <a:off x="5735171" y="2127850"/>
              <a:ext cx="721659" cy="264160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EB4765FE-E8AC-4613-DF87-F8BFF29FD417}"/>
                </a:ext>
              </a:extLst>
            </p:cNvPr>
            <p:cNvSpPr/>
            <p:nvPr/>
          </p:nvSpPr>
          <p:spPr>
            <a:xfrm>
              <a:off x="4888006" y="3397250"/>
              <a:ext cx="2415988" cy="1555750"/>
            </a:xfrm>
            <a:custGeom>
              <a:avLst/>
              <a:gdLst>
                <a:gd name="csX0" fmla="*/ 1206234 w 2415988"/>
                <a:gd name="csY0" fmla="*/ 0 h 1649880"/>
                <a:gd name="csX1" fmla="*/ 2265097 w 2415988"/>
                <a:gd name="csY1" fmla="*/ 117475 h 1649880"/>
                <a:gd name="csX2" fmla="*/ 2270100 w 2415988"/>
                <a:gd name="csY2" fmla="*/ 117475 h 1649880"/>
                <a:gd name="csX3" fmla="*/ 2270190 w 2415988"/>
                <a:gd name="csY3" fmla="*/ 117602 h 1649880"/>
                <a:gd name="csX4" fmla="*/ 2415988 w 2415988"/>
                <a:gd name="csY4" fmla="*/ 612215 h 1649880"/>
                <a:gd name="csX5" fmla="*/ 1207994 w 2415988"/>
                <a:gd name="csY5" fmla="*/ 1649880 h 1649880"/>
                <a:gd name="csX6" fmla="*/ 0 w 2415988"/>
                <a:gd name="csY6" fmla="*/ 612215 h 1649880"/>
                <a:gd name="csX7" fmla="*/ 145799 w 2415988"/>
                <a:gd name="csY7" fmla="*/ 117602 h 1649880"/>
                <a:gd name="csX8" fmla="*/ 145888 w 2415988"/>
                <a:gd name="csY8" fmla="*/ 117475 h 1649880"/>
                <a:gd name="csX9" fmla="*/ 147371 w 2415988"/>
                <a:gd name="csY9" fmla="*/ 117475 h 1649880"/>
                <a:gd name="csX10" fmla="*/ 1206234 w 2415988"/>
                <a:gd name="csY10" fmla="*/ 0 h 1649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415988" h="1649880">
                  <a:moveTo>
                    <a:pt x="1206234" y="0"/>
                  </a:moveTo>
                  <a:cubicBezTo>
                    <a:pt x="1791028" y="0"/>
                    <a:pt x="2265097" y="52595"/>
                    <a:pt x="2265097" y="117475"/>
                  </a:cubicBezTo>
                  <a:lnTo>
                    <a:pt x="2270100" y="117475"/>
                  </a:lnTo>
                  <a:lnTo>
                    <a:pt x="2270190" y="117602"/>
                  </a:lnTo>
                  <a:cubicBezTo>
                    <a:pt x="2363172" y="264632"/>
                    <a:pt x="2415988" y="433125"/>
                    <a:pt x="2415988" y="612215"/>
                  </a:cubicBezTo>
                  <a:cubicBezTo>
                    <a:pt x="2415988" y="1185302"/>
                    <a:pt x="1875151" y="1649880"/>
                    <a:pt x="1207994" y="1649880"/>
                  </a:cubicBezTo>
                  <a:cubicBezTo>
                    <a:pt x="540837" y="1649880"/>
                    <a:pt x="0" y="1185302"/>
                    <a:pt x="0" y="612215"/>
                  </a:cubicBezTo>
                  <a:cubicBezTo>
                    <a:pt x="0" y="433125"/>
                    <a:pt x="52816" y="264632"/>
                    <a:pt x="145799" y="117602"/>
                  </a:cubicBezTo>
                  <a:lnTo>
                    <a:pt x="145888" y="117475"/>
                  </a:lnTo>
                  <a:lnTo>
                    <a:pt x="147371" y="117475"/>
                  </a:lnTo>
                  <a:cubicBezTo>
                    <a:pt x="147371" y="52595"/>
                    <a:pt x="621440" y="0"/>
                    <a:pt x="1206234" y="0"/>
                  </a:cubicBezTo>
                  <a:close/>
                </a:path>
              </a:pathLst>
            </a:custGeom>
            <a:gradFill>
              <a:gsLst>
                <a:gs pos="0">
                  <a:srgbClr val="779EF1"/>
                </a:gs>
                <a:gs pos="50000">
                  <a:srgbClr val="5378DE"/>
                </a:gs>
                <a:gs pos="100000">
                  <a:srgbClr val="2A54D7"/>
                </a:gs>
              </a:gsLst>
              <a:path path="circle">
                <a:fillToRect l="50000" t="50000" r="50000" b="5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0CDBF641-98AD-212A-F207-BA8AA0A06FE4}"/>
                </a:ext>
              </a:extLst>
            </p:cNvPr>
            <p:cNvSpPr/>
            <p:nvPr/>
          </p:nvSpPr>
          <p:spPr>
            <a:xfrm>
              <a:off x="5037138" y="3397250"/>
              <a:ext cx="2117725" cy="23495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8F08121-0547-5841-9C25-D76876C72244}"/>
              </a:ext>
            </a:extLst>
          </p:cNvPr>
          <p:cNvGrpSpPr/>
          <p:nvPr/>
        </p:nvGrpSpPr>
        <p:grpSpPr>
          <a:xfrm>
            <a:off x="549947" y="1501878"/>
            <a:ext cx="2520000" cy="3575730"/>
            <a:chOff x="549947" y="1501878"/>
            <a:chExt cx="2520000" cy="3575730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1EA9E491-11EB-9769-59D9-8713E11F09F4}"/>
                </a:ext>
              </a:extLst>
            </p:cNvPr>
            <p:cNvSpPr/>
            <p:nvPr/>
          </p:nvSpPr>
          <p:spPr>
            <a:xfrm>
              <a:off x="549947" y="2197608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9463FC3-A140-C044-6D99-80B474C16CC3}"/>
                </a:ext>
              </a:extLst>
            </p:cNvPr>
            <p:cNvSpPr/>
            <p:nvPr/>
          </p:nvSpPr>
          <p:spPr>
            <a:xfrm>
              <a:off x="1608017" y="1501878"/>
              <a:ext cx="403860" cy="2587850"/>
            </a:xfrm>
            <a:prstGeom prst="rect">
              <a:avLst/>
            </a:prstGeom>
            <a:gradFill>
              <a:gsLst>
                <a:gs pos="0">
                  <a:srgbClr val="F77D94"/>
                </a:gs>
                <a:gs pos="50000">
                  <a:srgbClr val="E45770"/>
                </a:gs>
                <a:gs pos="100000">
                  <a:srgbClr val="E02A4E"/>
                </a:gs>
              </a:gsLst>
              <a:path path="circle">
                <a:fillToRect l="50000" t="50000" r="50000" b="5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9076D16-E725-AD1F-0032-D55A0130F3DC}"/>
                </a:ext>
              </a:extLst>
            </p:cNvPr>
            <p:cNvSpPr/>
            <p:nvPr/>
          </p:nvSpPr>
          <p:spPr>
            <a:xfrm>
              <a:off x="1449118" y="2194218"/>
              <a:ext cx="721659" cy="264160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2A7F0B8E-C719-37AA-4ED9-4D8D14C1A31B}"/>
                </a:ext>
              </a:extLst>
            </p:cNvPr>
            <p:cNvSpPr/>
            <p:nvPr/>
          </p:nvSpPr>
          <p:spPr>
            <a:xfrm>
              <a:off x="601953" y="3463618"/>
              <a:ext cx="2415988" cy="1555750"/>
            </a:xfrm>
            <a:custGeom>
              <a:avLst/>
              <a:gdLst>
                <a:gd name="csX0" fmla="*/ 1206234 w 2415988"/>
                <a:gd name="csY0" fmla="*/ 0 h 1649880"/>
                <a:gd name="csX1" fmla="*/ 2265097 w 2415988"/>
                <a:gd name="csY1" fmla="*/ 117475 h 1649880"/>
                <a:gd name="csX2" fmla="*/ 2270100 w 2415988"/>
                <a:gd name="csY2" fmla="*/ 117475 h 1649880"/>
                <a:gd name="csX3" fmla="*/ 2270190 w 2415988"/>
                <a:gd name="csY3" fmla="*/ 117602 h 1649880"/>
                <a:gd name="csX4" fmla="*/ 2415988 w 2415988"/>
                <a:gd name="csY4" fmla="*/ 612215 h 1649880"/>
                <a:gd name="csX5" fmla="*/ 1207994 w 2415988"/>
                <a:gd name="csY5" fmla="*/ 1649880 h 1649880"/>
                <a:gd name="csX6" fmla="*/ 0 w 2415988"/>
                <a:gd name="csY6" fmla="*/ 612215 h 1649880"/>
                <a:gd name="csX7" fmla="*/ 145799 w 2415988"/>
                <a:gd name="csY7" fmla="*/ 117602 h 1649880"/>
                <a:gd name="csX8" fmla="*/ 145888 w 2415988"/>
                <a:gd name="csY8" fmla="*/ 117475 h 1649880"/>
                <a:gd name="csX9" fmla="*/ 147371 w 2415988"/>
                <a:gd name="csY9" fmla="*/ 117475 h 1649880"/>
                <a:gd name="csX10" fmla="*/ 1206234 w 2415988"/>
                <a:gd name="csY10" fmla="*/ 0 h 1649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415988" h="1649880">
                  <a:moveTo>
                    <a:pt x="1206234" y="0"/>
                  </a:moveTo>
                  <a:cubicBezTo>
                    <a:pt x="1791028" y="0"/>
                    <a:pt x="2265097" y="52595"/>
                    <a:pt x="2265097" y="117475"/>
                  </a:cubicBezTo>
                  <a:lnTo>
                    <a:pt x="2270100" y="117475"/>
                  </a:lnTo>
                  <a:lnTo>
                    <a:pt x="2270190" y="117602"/>
                  </a:lnTo>
                  <a:cubicBezTo>
                    <a:pt x="2363172" y="264632"/>
                    <a:pt x="2415988" y="433125"/>
                    <a:pt x="2415988" y="612215"/>
                  </a:cubicBezTo>
                  <a:cubicBezTo>
                    <a:pt x="2415988" y="1185302"/>
                    <a:pt x="1875151" y="1649880"/>
                    <a:pt x="1207994" y="1649880"/>
                  </a:cubicBezTo>
                  <a:cubicBezTo>
                    <a:pt x="540837" y="1649880"/>
                    <a:pt x="0" y="1185302"/>
                    <a:pt x="0" y="612215"/>
                  </a:cubicBezTo>
                  <a:cubicBezTo>
                    <a:pt x="0" y="433125"/>
                    <a:pt x="52816" y="264632"/>
                    <a:pt x="145799" y="117602"/>
                  </a:cubicBezTo>
                  <a:lnTo>
                    <a:pt x="145888" y="117475"/>
                  </a:lnTo>
                  <a:lnTo>
                    <a:pt x="147371" y="117475"/>
                  </a:lnTo>
                  <a:cubicBezTo>
                    <a:pt x="147371" y="52595"/>
                    <a:pt x="621440" y="0"/>
                    <a:pt x="1206234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F77D94"/>
                </a:gs>
                <a:gs pos="50000">
                  <a:srgbClr val="E45770"/>
                </a:gs>
                <a:gs pos="100000">
                  <a:srgbClr val="E02A4E"/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36DD266-38AD-C191-B893-57770B71514D}"/>
                </a:ext>
              </a:extLst>
            </p:cNvPr>
            <p:cNvSpPr/>
            <p:nvPr/>
          </p:nvSpPr>
          <p:spPr>
            <a:xfrm>
              <a:off x="751085" y="3463618"/>
              <a:ext cx="2117725" cy="23495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1AD7EEC-979B-4A36-AFAD-4548A483F19B}"/>
              </a:ext>
            </a:extLst>
          </p:cNvPr>
          <p:cNvGrpSpPr/>
          <p:nvPr/>
        </p:nvGrpSpPr>
        <p:grpSpPr>
          <a:xfrm>
            <a:off x="8761223" y="1377270"/>
            <a:ext cx="2520000" cy="3575730"/>
            <a:chOff x="8761223" y="1377270"/>
            <a:chExt cx="2520000" cy="3575730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2858936-8807-E3B4-2E85-5921F21CCBA9}"/>
                </a:ext>
              </a:extLst>
            </p:cNvPr>
            <p:cNvSpPr/>
            <p:nvPr/>
          </p:nvSpPr>
          <p:spPr>
            <a:xfrm>
              <a:off x="8761223" y="2073000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48F30A1-7812-9927-FD7F-A88A3AD341D4}"/>
                </a:ext>
              </a:extLst>
            </p:cNvPr>
            <p:cNvSpPr/>
            <p:nvPr/>
          </p:nvSpPr>
          <p:spPr>
            <a:xfrm>
              <a:off x="9819293" y="1377270"/>
              <a:ext cx="403860" cy="2587850"/>
            </a:xfrm>
            <a:prstGeom prst="rect">
              <a:avLst/>
            </a:prstGeom>
            <a:gradFill>
              <a:gsLst>
                <a:gs pos="0">
                  <a:srgbClr val="A8FF6A"/>
                </a:gs>
                <a:gs pos="50000">
                  <a:srgbClr val="83FA4D"/>
                </a:gs>
                <a:gs pos="100000">
                  <a:srgbClr val="6ED93F"/>
                </a:gs>
              </a:gsLst>
              <a:path path="circle">
                <a:fillToRect l="50000" t="50000" r="50000" b="5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C6236271-5510-8166-E367-16994694B2B2}"/>
                </a:ext>
              </a:extLst>
            </p:cNvPr>
            <p:cNvSpPr/>
            <p:nvPr/>
          </p:nvSpPr>
          <p:spPr>
            <a:xfrm>
              <a:off x="9660394" y="2069610"/>
              <a:ext cx="721659" cy="264160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22A6F32-A298-C52A-FAE2-C4E29E4592E7}"/>
                </a:ext>
              </a:extLst>
            </p:cNvPr>
            <p:cNvSpPr/>
            <p:nvPr/>
          </p:nvSpPr>
          <p:spPr>
            <a:xfrm>
              <a:off x="8813229" y="3339010"/>
              <a:ext cx="2415988" cy="1555750"/>
            </a:xfrm>
            <a:custGeom>
              <a:avLst/>
              <a:gdLst>
                <a:gd name="csX0" fmla="*/ 1206234 w 2415988"/>
                <a:gd name="csY0" fmla="*/ 0 h 1649880"/>
                <a:gd name="csX1" fmla="*/ 2265097 w 2415988"/>
                <a:gd name="csY1" fmla="*/ 117475 h 1649880"/>
                <a:gd name="csX2" fmla="*/ 2270100 w 2415988"/>
                <a:gd name="csY2" fmla="*/ 117475 h 1649880"/>
                <a:gd name="csX3" fmla="*/ 2270190 w 2415988"/>
                <a:gd name="csY3" fmla="*/ 117602 h 1649880"/>
                <a:gd name="csX4" fmla="*/ 2415988 w 2415988"/>
                <a:gd name="csY4" fmla="*/ 612215 h 1649880"/>
                <a:gd name="csX5" fmla="*/ 1207994 w 2415988"/>
                <a:gd name="csY5" fmla="*/ 1649880 h 1649880"/>
                <a:gd name="csX6" fmla="*/ 0 w 2415988"/>
                <a:gd name="csY6" fmla="*/ 612215 h 1649880"/>
                <a:gd name="csX7" fmla="*/ 145799 w 2415988"/>
                <a:gd name="csY7" fmla="*/ 117602 h 1649880"/>
                <a:gd name="csX8" fmla="*/ 145888 w 2415988"/>
                <a:gd name="csY8" fmla="*/ 117475 h 1649880"/>
                <a:gd name="csX9" fmla="*/ 147371 w 2415988"/>
                <a:gd name="csY9" fmla="*/ 117475 h 1649880"/>
                <a:gd name="csX10" fmla="*/ 1206234 w 2415988"/>
                <a:gd name="csY10" fmla="*/ 0 h 1649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415988" h="1649880">
                  <a:moveTo>
                    <a:pt x="1206234" y="0"/>
                  </a:moveTo>
                  <a:cubicBezTo>
                    <a:pt x="1791028" y="0"/>
                    <a:pt x="2265097" y="52595"/>
                    <a:pt x="2265097" y="117475"/>
                  </a:cubicBezTo>
                  <a:lnTo>
                    <a:pt x="2270100" y="117475"/>
                  </a:lnTo>
                  <a:lnTo>
                    <a:pt x="2270190" y="117602"/>
                  </a:lnTo>
                  <a:cubicBezTo>
                    <a:pt x="2363172" y="264632"/>
                    <a:pt x="2415988" y="433125"/>
                    <a:pt x="2415988" y="612215"/>
                  </a:cubicBezTo>
                  <a:cubicBezTo>
                    <a:pt x="2415988" y="1185302"/>
                    <a:pt x="1875151" y="1649880"/>
                    <a:pt x="1207994" y="1649880"/>
                  </a:cubicBezTo>
                  <a:cubicBezTo>
                    <a:pt x="540837" y="1649880"/>
                    <a:pt x="0" y="1185302"/>
                    <a:pt x="0" y="612215"/>
                  </a:cubicBezTo>
                  <a:cubicBezTo>
                    <a:pt x="0" y="433125"/>
                    <a:pt x="52816" y="264632"/>
                    <a:pt x="145799" y="117602"/>
                  </a:cubicBezTo>
                  <a:lnTo>
                    <a:pt x="145888" y="117475"/>
                  </a:lnTo>
                  <a:lnTo>
                    <a:pt x="147371" y="117475"/>
                  </a:lnTo>
                  <a:cubicBezTo>
                    <a:pt x="147371" y="52595"/>
                    <a:pt x="621440" y="0"/>
                    <a:pt x="1206234" y="0"/>
                  </a:cubicBezTo>
                  <a:close/>
                </a:path>
              </a:pathLst>
            </a:custGeom>
            <a:gradFill>
              <a:gsLst>
                <a:gs pos="0">
                  <a:srgbClr val="A8FF6A"/>
                </a:gs>
                <a:gs pos="50000">
                  <a:srgbClr val="83FA4D"/>
                </a:gs>
                <a:gs pos="100000">
                  <a:srgbClr val="6ED93F"/>
                </a:gs>
              </a:gsLst>
              <a:path path="circle">
                <a:fillToRect l="50000" t="50000" r="50000" b="5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D5B21338-58D3-C072-F6D3-65EE541EF5FB}"/>
                </a:ext>
              </a:extLst>
            </p:cNvPr>
            <p:cNvSpPr/>
            <p:nvPr/>
          </p:nvSpPr>
          <p:spPr>
            <a:xfrm>
              <a:off x="8962361" y="3339010"/>
              <a:ext cx="2117725" cy="23495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</p:spTree>
    <p:extLst>
      <p:ext uri="{BB962C8B-B14F-4D97-AF65-F5344CB8AC3E}">
        <p14:creationId xmlns:p14="http://schemas.microsoft.com/office/powerpoint/2010/main" val="16135407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7DB526-63A8-2DC2-99C5-73DAED47D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C1769F1D-EEE0-04F5-BB2C-E94DB5C2CD8A}"/>
              </a:ext>
            </a:extLst>
          </p:cNvPr>
          <p:cNvGrpSpPr/>
          <p:nvPr/>
        </p:nvGrpSpPr>
        <p:grpSpPr>
          <a:xfrm>
            <a:off x="4836000" y="1435510"/>
            <a:ext cx="2520000" cy="3575730"/>
            <a:chOff x="4836000" y="1435510"/>
            <a:chExt cx="2520000" cy="3575730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5E577608-8025-70BD-4393-3EE7FD3A1F3E}"/>
                </a:ext>
              </a:extLst>
            </p:cNvPr>
            <p:cNvSpPr/>
            <p:nvPr/>
          </p:nvSpPr>
          <p:spPr>
            <a:xfrm>
              <a:off x="4836000" y="2131240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 dirty="0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F2CD89A4-94BB-5BB4-958A-EF7578BE8BC5}"/>
                </a:ext>
              </a:extLst>
            </p:cNvPr>
            <p:cNvSpPr/>
            <p:nvPr/>
          </p:nvSpPr>
          <p:spPr>
            <a:xfrm>
              <a:off x="5894070" y="1435510"/>
              <a:ext cx="403860" cy="2587850"/>
            </a:xfrm>
            <a:prstGeom prst="rect">
              <a:avLst/>
            </a:prstGeom>
            <a:gradFill>
              <a:gsLst>
                <a:gs pos="0">
                  <a:srgbClr val="C7A0D5"/>
                </a:gs>
                <a:gs pos="50000">
                  <a:srgbClr val="AF7EC2"/>
                </a:gs>
                <a:gs pos="100000">
                  <a:srgbClr val="9C5EB6"/>
                </a:gs>
              </a:gsLst>
              <a:path path="circle">
                <a:fillToRect l="50000" t="50000" r="50000" b="5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0AE59CAE-4DEF-AA54-799E-40C181A6D037}"/>
                </a:ext>
              </a:extLst>
            </p:cNvPr>
            <p:cNvSpPr/>
            <p:nvPr/>
          </p:nvSpPr>
          <p:spPr>
            <a:xfrm>
              <a:off x="5735171" y="2127850"/>
              <a:ext cx="721659" cy="264160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39105CA-8412-BACD-F6F9-2F286722B16D}"/>
                </a:ext>
              </a:extLst>
            </p:cNvPr>
            <p:cNvSpPr/>
            <p:nvPr/>
          </p:nvSpPr>
          <p:spPr>
            <a:xfrm>
              <a:off x="4888006" y="3397250"/>
              <a:ext cx="2415988" cy="1555750"/>
            </a:xfrm>
            <a:custGeom>
              <a:avLst/>
              <a:gdLst>
                <a:gd name="csX0" fmla="*/ 1206234 w 2415988"/>
                <a:gd name="csY0" fmla="*/ 0 h 1649880"/>
                <a:gd name="csX1" fmla="*/ 2265097 w 2415988"/>
                <a:gd name="csY1" fmla="*/ 117475 h 1649880"/>
                <a:gd name="csX2" fmla="*/ 2270100 w 2415988"/>
                <a:gd name="csY2" fmla="*/ 117475 h 1649880"/>
                <a:gd name="csX3" fmla="*/ 2270190 w 2415988"/>
                <a:gd name="csY3" fmla="*/ 117602 h 1649880"/>
                <a:gd name="csX4" fmla="*/ 2415988 w 2415988"/>
                <a:gd name="csY4" fmla="*/ 612215 h 1649880"/>
                <a:gd name="csX5" fmla="*/ 1207994 w 2415988"/>
                <a:gd name="csY5" fmla="*/ 1649880 h 1649880"/>
                <a:gd name="csX6" fmla="*/ 0 w 2415988"/>
                <a:gd name="csY6" fmla="*/ 612215 h 1649880"/>
                <a:gd name="csX7" fmla="*/ 145799 w 2415988"/>
                <a:gd name="csY7" fmla="*/ 117602 h 1649880"/>
                <a:gd name="csX8" fmla="*/ 145888 w 2415988"/>
                <a:gd name="csY8" fmla="*/ 117475 h 1649880"/>
                <a:gd name="csX9" fmla="*/ 147371 w 2415988"/>
                <a:gd name="csY9" fmla="*/ 117475 h 1649880"/>
                <a:gd name="csX10" fmla="*/ 1206234 w 2415988"/>
                <a:gd name="csY10" fmla="*/ 0 h 1649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415988" h="1649880">
                  <a:moveTo>
                    <a:pt x="1206234" y="0"/>
                  </a:moveTo>
                  <a:cubicBezTo>
                    <a:pt x="1791028" y="0"/>
                    <a:pt x="2265097" y="52595"/>
                    <a:pt x="2265097" y="117475"/>
                  </a:cubicBezTo>
                  <a:lnTo>
                    <a:pt x="2270100" y="117475"/>
                  </a:lnTo>
                  <a:lnTo>
                    <a:pt x="2270190" y="117602"/>
                  </a:lnTo>
                  <a:cubicBezTo>
                    <a:pt x="2363172" y="264632"/>
                    <a:pt x="2415988" y="433125"/>
                    <a:pt x="2415988" y="612215"/>
                  </a:cubicBezTo>
                  <a:cubicBezTo>
                    <a:pt x="2415988" y="1185302"/>
                    <a:pt x="1875151" y="1649880"/>
                    <a:pt x="1207994" y="1649880"/>
                  </a:cubicBezTo>
                  <a:cubicBezTo>
                    <a:pt x="540837" y="1649880"/>
                    <a:pt x="0" y="1185302"/>
                    <a:pt x="0" y="612215"/>
                  </a:cubicBezTo>
                  <a:cubicBezTo>
                    <a:pt x="0" y="433125"/>
                    <a:pt x="52816" y="264632"/>
                    <a:pt x="145799" y="117602"/>
                  </a:cubicBezTo>
                  <a:lnTo>
                    <a:pt x="145888" y="117475"/>
                  </a:lnTo>
                  <a:lnTo>
                    <a:pt x="147371" y="117475"/>
                  </a:lnTo>
                  <a:cubicBezTo>
                    <a:pt x="147371" y="52595"/>
                    <a:pt x="621440" y="0"/>
                    <a:pt x="1206234" y="0"/>
                  </a:cubicBezTo>
                  <a:close/>
                </a:path>
              </a:pathLst>
            </a:custGeom>
            <a:gradFill>
              <a:gsLst>
                <a:gs pos="0">
                  <a:srgbClr val="C7A0D5"/>
                </a:gs>
                <a:gs pos="50000">
                  <a:srgbClr val="AF7EC2"/>
                </a:gs>
                <a:gs pos="100000">
                  <a:srgbClr val="9C5EB6"/>
                </a:gs>
              </a:gsLst>
              <a:path path="circle">
                <a:fillToRect l="50000" t="50000" r="50000" b="5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3ED732AD-6AC6-534B-8A7F-8E214F632BD8}"/>
                </a:ext>
              </a:extLst>
            </p:cNvPr>
            <p:cNvSpPr/>
            <p:nvPr/>
          </p:nvSpPr>
          <p:spPr>
            <a:xfrm>
              <a:off x="5037138" y="3397250"/>
              <a:ext cx="2117725" cy="23495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DF096B6-D2D7-8265-DBBA-EDF394B93354}"/>
              </a:ext>
            </a:extLst>
          </p:cNvPr>
          <p:cNvGrpSpPr/>
          <p:nvPr/>
        </p:nvGrpSpPr>
        <p:grpSpPr>
          <a:xfrm>
            <a:off x="549947" y="1501878"/>
            <a:ext cx="2520000" cy="3575730"/>
            <a:chOff x="549947" y="1501878"/>
            <a:chExt cx="2520000" cy="3575730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0D78AE8-28BA-A65F-CC14-9DA1910C57A3}"/>
                </a:ext>
              </a:extLst>
            </p:cNvPr>
            <p:cNvSpPr/>
            <p:nvPr/>
          </p:nvSpPr>
          <p:spPr>
            <a:xfrm>
              <a:off x="549947" y="2197608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BBA65B9-51A9-0360-3B4C-B3C90B5597AD}"/>
                </a:ext>
              </a:extLst>
            </p:cNvPr>
            <p:cNvSpPr/>
            <p:nvPr/>
          </p:nvSpPr>
          <p:spPr>
            <a:xfrm>
              <a:off x="1608017" y="1501878"/>
              <a:ext cx="403860" cy="2587850"/>
            </a:xfrm>
            <a:prstGeom prst="rect">
              <a:avLst/>
            </a:prstGeom>
            <a:gradFill>
              <a:gsLst>
                <a:gs pos="0">
                  <a:srgbClr val="FEEA69"/>
                </a:gs>
                <a:gs pos="50000">
                  <a:srgbClr val="FADD4C"/>
                </a:gs>
                <a:gs pos="100000">
                  <a:srgbClr val="FBD61B"/>
                </a:gs>
              </a:gsLst>
              <a:path path="circle">
                <a:fillToRect l="50000" t="50000" r="50000" b="5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2A65C16-5001-32D5-02BC-B093CA10401F}"/>
                </a:ext>
              </a:extLst>
            </p:cNvPr>
            <p:cNvSpPr/>
            <p:nvPr/>
          </p:nvSpPr>
          <p:spPr>
            <a:xfrm>
              <a:off x="1449118" y="2194218"/>
              <a:ext cx="721659" cy="264160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7F038C65-F7D5-0B5B-D125-94CBB8DE5F27}"/>
                </a:ext>
              </a:extLst>
            </p:cNvPr>
            <p:cNvSpPr/>
            <p:nvPr/>
          </p:nvSpPr>
          <p:spPr>
            <a:xfrm>
              <a:off x="601953" y="3463618"/>
              <a:ext cx="2415988" cy="1555750"/>
            </a:xfrm>
            <a:custGeom>
              <a:avLst/>
              <a:gdLst>
                <a:gd name="csX0" fmla="*/ 1206234 w 2415988"/>
                <a:gd name="csY0" fmla="*/ 0 h 1649880"/>
                <a:gd name="csX1" fmla="*/ 2265097 w 2415988"/>
                <a:gd name="csY1" fmla="*/ 117475 h 1649880"/>
                <a:gd name="csX2" fmla="*/ 2270100 w 2415988"/>
                <a:gd name="csY2" fmla="*/ 117475 h 1649880"/>
                <a:gd name="csX3" fmla="*/ 2270190 w 2415988"/>
                <a:gd name="csY3" fmla="*/ 117602 h 1649880"/>
                <a:gd name="csX4" fmla="*/ 2415988 w 2415988"/>
                <a:gd name="csY4" fmla="*/ 612215 h 1649880"/>
                <a:gd name="csX5" fmla="*/ 1207994 w 2415988"/>
                <a:gd name="csY5" fmla="*/ 1649880 h 1649880"/>
                <a:gd name="csX6" fmla="*/ 0 w 2415988"/>
                <a:gd name="csY6" fmla="*/ 612215 h 1649880"/>
                <a:gd name="csX7" fmla="*/ 145799 w 2415988"/>
                <a:gd name="csY7" fmla="*/ 117602 h 1649880"/>
                <a:gd name="csX8" fmla="*/ 145888 w 2415988"/>
                <a:gd name="csY8" fmla="*/ 117475 h 1649880"/>
                <a:gd name="csX9" fmla="*/ 147371 w 2415988"/>
                <a:gd name="csY9" fmla="*/ 117475 h 1649880"/>
                <a:gd name="csX10" fmla="*/ 1206234 w 2415988"/>
                <a:gd name="csY10" fmla="*/ 0 h 1649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415988" h="1649880">
                  <a:moveTo>
                    <a:pt x="1206234" y="0"/>
                  </a:moveTo>
                  <a:cubicBezTo>
                    <a:pt x="1791028" y="0"/>
                    <a:pt x="2265097" y="52595"/>
                    <a:pt x="2265097" y="117475"/>
                  </a:cubicBezTo>
                  <a:lnTo>
                    <a:pt x="2270100" y="117475"/>
                  </a:lnTo>
                  <a:lnTo>
                    <a:pt x="2270190" y="117602"/>
                  </a:lnTo>
                  <a:cubicBezTo>
                    <a:pt x="2363172" y="264632"/>
                    <a:pt x="2415988" y="433125"/>
                    <a:pt x="2415988" y="612215"/>
                  </a:cubicBezTo>
                  <a:cubicBezTo>
                    <a:pt x="2415988" y="1185302"/>
                    <a:pt x="1875151" y="1649880"/>
                    <a:pt x="1207994" y="1649880"/>
                  </a:cubicBezTo>
                  <a:cubicBezTo>
                    <a:pt x="540837" y="1649880"/>
                    <a:pt x="0" y="1185302"/>
                    <a:pt x="0" y="612215"/>
                  </a:cubicBezTo>
                  <a:cubicBezTo>
                    <a:pt x="0" y="433125"/>
                    <a:pt x="52816" y="264632"/>
                    <a:pt x="145799" y="117602"/>
                  </a:cubicBezTo>
                  <a:lnTo>
                    <a:pt x="145888" y="117475"/>
                  </a:lnTo>
                  <a:lnTo>
                    <a:pt x="147371" y="117475"/>
                  </a:lnTo>
                  <a:cubicBezTo>
                    <a:pt x="147371" y="52595"/>
                    <a:pt x="621440" y="0"/>
                    <a:pt x="1206234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FEEA69"/>
                </a:gs>
                <a:gs pos="50000">
                  <a:srgbClr val="FADD4C"/>
                </a:gs>
                <a:gs pos="100000">
                  <a:srgbClr val="FBD61B"/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D25B54F-C92A-CDDE-D5E9-DB801EBFD2CF}"/>
                </a:ext>
              </a:extLst>
            </p:cNvPr>
            <p:cNvSpPr/>
            <p:nvPr/>
          </p:nvSpPr>
          <p:spPr>
            <a:xfrm>
              <a:off x="751085" y="3463618"/>
              <a:ext cx="2117725" cy="23495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AB8E6DC-97CF-F399-328A-36B58C3300EB}"/>
              </a:ext>
            </a:extLst>
          </p:cNvPr>
          <p:cNvGrpSpPr/>
          <p:nvPr/>
        </p:nvGrpSpPr>
        <p:grpSpPr>
          <a:xfrm>
            <a:off x="8761223" y="1377270"/>
            <a:ext cx="2520000" cy="3575730"/>
            <a:chOff x="8761223" y="1377270"/>
            <a:chExt cx="2520000" cy="3575730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7A05ACC-4A8F-66F7-A088-11BF57F4E90B}"/>
                </a:ext>
              </a:extLst>
            </p:cNvPr>
            <p:cNvSpPr/>
            <p:nvPr/>
          </p:nvSpPr>
          <p:spPr>
            <a:xfrm>
              <a:off x="8761223" y="2073000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5362D28-D532-A5B8-4C46-68D19F2B6B02}"/>
                </a:ext>
              </a:extLst>
            </p:cNvPr>
            <p:cNvSpPr/>
            <p:nvPr/>
          </p:nvSpPr>
          <p:spPr>
            <a:xfrm>
              <a:off x="9819293" y="1377270"/>
              <a:ext cx="403860" cy="2587850"/>
            </a:xfrm>
            <a:prstGeom prst="rect">
              <a:avLst/>
            </a:prstGeom>
            <a:gradFill>
              <a:gsLst>
                <a:gs pos="0">
                  <a:srgbClr val="FFA45D"/>
                </a:gs>
                <a:gs pos="50000">
                  <a:srgbClr val="FA8740"/>
                </a:gs>
                <a:gs pos="100000">
                  <a:srgbClr val="FB6D18"/>
                </a:gs>
              </a:gsLst>
              <a:path path="circle">
                <a:fillToRect l="50000" t="50000" r="50000" b="5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50568EF-6D22-372C-8561-7AE6E765EC17}"/>
                </a:ext>
              </a:extLst>
            </p:cNvPr>
            <p:cNvSpPr/>
            <p:nvPr/>
          </p:nvSpPr>
          <p:spPr>
            <a:xfrm>
              <a:off x="9660394" y="2069610"/>
              <a:ext cx="721659" cy="264160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81C6131E-3B96-6CFE-386C-0FA1810DEB6D}"/>
                </a:ext>
              </a:extLst>
            </p:cNvPr>
            <p:cNvSpPr/>
            <p:nvPr/>
          </p:nvSpPr>
          <p:spPr>
            <a:xfrm>
              <a:off x="8813229" y="3339010"/>
              <a:ext cx="2415988" cy="1555750"/>
            </a:xfrm>
            <a:custGeom>
              <a:avLst/>
              <a:gdLst>
                <a:gd name="csX0" fmla="*/ 1206234 w 2415988"/>
                <a:gd name="csY0" fmla="*/ 0 h 1649880"/>
                <a:gd name="csX1" fmla="*/ 2265097 w 2415988"/>
                <a:gd name="csY1" fmla="*/ 117475 h 1649880"/>
                <a:gd name="csX2" fmla="*/ 2270100 w 2415988"/>
                <a:gd name="csY2" fmla="*/ 117475 h 1649880"/>
                <a:gd name="csX3" fmla="*/ 2270190 w 2415988"/>
                <a:gd name="csY3" fmla="*/ 117602 h 1649880"/>
                <a:gd name="csX4" fmla="*/ 2415988 w 2415988"/>
                <a:gd name="csY4" fmla="*/ 612215 h 1649880"/>
                <a:gd name="csX5" fmla="*/ 1207994 w 2415988"/>
                <a:gd name="csY5" fmla="*/ 1649880 h 1649880"/>
                <a:gd name="csX6" fmla="*/ 0 w 2415988"/>
                <a:gd name="csY6" fmla="*/ 612215 h 1649880"/>
                <a:gd name="csX7" fmla="*/ 145799 w 2415988"/>
                <a:gd name="csY7" fmla="*/ 117602 h 1649880"/>
                <a:gd name="csX8" fmla="*/ 145888 w 2415988"/>
                <a:gd name="csY8" fmla="*/ 117475 h 1649880"/>
                <a:gd name="csX9" fmla="*/ 147371 w 2415988"/>
                <a:gd name="csY9" fmla="*/ 117475 h 1649880"/>
                <a:gd name="csX10" fmla="*/ 1206234 w 2415988"/>
                <a:gd name="csY10" fmla="*/ 0 h 1649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415988" h="1649880">
                  <a:moveTo>
                    <a:pt x="1206234" y="0"/>
                  </a:moveTo>
                  <a:cubicBezTo>
                    <a:pt x="1791028" y="0"/>
                    <a:pt x="2265097" y="52595"/>
                    <a:pt x="2265097" y="117475"/>
                  </a:cubicBezTo>
                  <a:lnTo>
                    <a:pt x="2270100" y="117475"/>
                  </a:lnTo>
                  <a:lnTo>
                    <a:pt x="2270190" y="117602"/>
                  </a:lnTo>
                  <a:cubicBezTo>
                    <a:pt x="2363172" y="264632"/>
                    <a:pt x="2415988" y="433125"/>
                    <a:pt x="2415988" y="612215"/>
                  </a:cubicBezTo>
                  <a:cubicBezTo>
                    <a:pt x="2415988" y="1185302"/>
                    <a:pt x="1875151" y="1649880"/>
                    <a:pt x="1207994" y="1649880"/>
                  </a:cubicBezTo>
                  <a:cubicBezTo>
                    <a:pt x="540837" y="1649880"/>
                    <a:pt x="0" y="1185302"/>
                    <a:pt x="0" y="612215"/>
                  </a:cubicBezTo>
                  <a:cubicBezTo>
                    <a:pt x="0" y="433125"/>
                    <a:pt x="52816" y="264632"/>
                    <a:pt x="145799" y="117602"/>
                  </a:cubicBezTo>
                  <a:lnTo>
                    <a:pt x="145888" y="117475"/>
                  </a:lnTo>
                  <a:lnTo>
                    <a:pt x="147371" y="117475"/>
                  </a:lnTo>
                  <a:cubicBezTo>
                    <a:pt x="147371" y="52595"/>
                    <a:pt x="621440" y="0"/>
                    <a:pt x="1206234" y="0"/>
                  </a:cubicBezTo>
                  <a:close/>
                </a:path>
              </a:pathLst>
            </a:custGeom>
            <a:gradFill>
              <a:gsLst>
                <a:gs pos="0">
                  <a:srgbClr val="FFA45D"/>
                </a:gs>
                <a:gs pos="50000">
                  <a:srgbClr val="FA8740"/>
                </a:gs>
                <a:gs pos="100000">
                  <a:srgbClr val="FB6D18"/>
                </a:gs>
              </a:gsLst>
              <a:path path="circle">
                <a:fillToRect l="50000" t="50000" r="50000" b="5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8E8C124-5FFE-49CD-C071-48DBD433557E}"/>
                </a:ext>
              </a:extLst>
            </p:cNvPr>
            <p:cNvSpPr/>
            <p:nvPr/>
          </p:nvSpPr>
          <p:spPr>
            <a:xfrm>
              <a:off x="8962361" y="3339010"/>
              <a:ext cx="2117725" cy="23495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</p:spTree>
    <p:extLst>
      <p:ext uri="{BB962C8B-B14F-4D97-AF65-F5344CB8AC3E}">
        <p14:creationId xmlns:p14="http://schemas.microsoft.com/office/powerpoint/2010/main" val="10222607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B0F152-7D99-B069-ED28-0F7F59B14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D9DCDF30-CF1F-C0AE-9DEE-77A8E83EABB5}"/>
              </a:ext>
            </a:extLst>
          </p:cNvPr>
          <p:cNvGrpSpPr/>
          <p:nvPr/>
        </p:nvGrpSpPr>
        <p:grpSpPr>
          <a:xfrm>
            <a:off x="4836000" y="1435510"/>
            <a:ext cx="2520000" cy="3575730"/>
            <a:chOff x="4836000" y="1435510"/>
            <a:chExt cx="2520000" cy="3575730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4DC7B6A-2823-6D72-4779-70D2FD294B69}"/>
                </a:ext>
              </a:extLst>
            </p:cNvPr>
            <p:cNvSpPr/>
            <p:nvPr/>
          </p:nvSpPr>
          <p:spPr>
            <a:xfrm>
              <a:off x="4836000" y="2131240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 dirty="0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3C24043-AA67-C5D7-80E5-FC73C8F61E3F}"/>
                </a:ext>
              </a:extLst>
            </p:cNvPr>
            <p:cNvSpPr/>
            <p:nvPr/>
          </p:nvSpPr>
          <p:spPr>
            <a:xfrm>
              <a:off x="5894070" y="1435510"/>
              <a:ext cx="403860" cy="2587850"/>
            </a:xfrm>
            <a:prstGeom prst="rect">
              <a:avLst/>
            </a:prstGeom>
            <a:gradFill>
              <a:gsLst>
                <a:gs pos="0">
                  <a:srgbClr val="FFA2D4"/>
                </a:gs>
                <a:gs pos="50000">
                  <a:srgbClr val="FA85BF"/>
                </a:gs>
                <a:gs pos="100000">
                  <a:srgbClr val="FB6DB3"/>
                </a:gs>
              </a:gsLst>
              <a:path path="circle">
                <a:fillToRect l="50000" t="50000" r="50000" b="5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4AB5A22E-C95A-0B31-23C8-3380EA98BC85}"/>
                </a:ext>
              </a:extLst>
            </p:cNvPr>
            <p:cNvSpPr/>
            <p:nvPr/>
          </p:nvSpPr>
          <p:spPr>
            <a:xfrm>
              <a:off x="5735171" y="2127850"/>
              <a:ext cx="721659" cy="264160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CB5AFCAE-AB39-462A-2AB6-AEBAB0788A4F}"/>
                </a:ext>
              </a:extLst>
            </p:cNvPr>
            <p:cNvSpPr/>
            <p:nvPr/>
          </p:nvSpPr>
          <p:spPr>
            <a:xfrm>
              <a:off x="4888006" y="3397250"/>
              <a:ext cx="2415988" cy="1555750"/>
            </a:xfrm>
            <a:custGeom>
              <a:avLst/>
              <a:gdLst>
                <a:gd name="csX0" fmla="*/ 1206234 w 2415988"/>
                <a:gd name="csY0" fmla="*/ 0 h 1649880"/>
                <a:gd name="csX1" fmla="*/ 2265097 w 2415988"/>
                <a:gd name="csY1" fmla="*/ 117475 h 1649880"/>
                <a:gd name="csX2" fmla="*/ 2270100 w 2415988"/>
                <a:gd name="csY2" fmla="*/ 117475 h 1649880"/>
                <a:gd name="csX3" fmla="*/ 2270190 w 2415988"/>
                <a:gd name="csY3" fmla="*/ 117602 h 1649880"/>
                <a:gd name="csX4" fmla="*/ 2415988 w 2415988"/>
                <a:gd name="csY4" fmla="*/ 612215 h 1649880"/>
                <a:gd name="csX5" fmla="*/ 1207994 w 2415988"/>
                <a:gd name="csY5" fmla="*/ 1649880 h 1649880"/>
                <a:gd name="csX6" fmla="*/ 0 w 2415988"/>
                <a:gd name="csY6" fmla="*/ 612215 h 1649880"/>
                <a:gd name="csX7" fmla="*/ 145799 w 2415988"/>
                <a:gd name="csY7" fmla="*/ 117602 h 1649880"/>
                <a:gd name="csX8" fmla="*/ 145888 w 2415988"/>
                <a:gd name="csY8" fmla="*/ 117475 h 1649880"/>
                <a:gd name="csX9" fmla="*/ 147371 w 2415988"/>
                <a:gd name="csY9" fmla="*/ 117475 h 1649880"/>
                <a:gd name="csX10" fmla="*/ 1206234 w 2415988"/>
                <a:gd name="csY10" fmla="*/ 0 h 1649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415988" h="1649880">
                  <a:moveTo>
                    <a:pt x="1206234" y="0"/>
                  </a:moveTo>
                  <a:cubicBezTo>
                    <a:pt x="1791028" y="0"/>
                    <a:pt x="2265097" y="52595"/>
                    <a:pt x="2265097" y="117475"/>
                  </a:cubicBezTo>
                  <a:lnTo>
                    <a:pt x="2270100" y="117475"/>
                  </a:lnTo>
                  <a:lnTo>
                    <a:pt x="2270190" y="117602"/>
                  </a:lnTo>
                  <a:cubicBezTo>
                    <a:pt x="2363172" y="264632"/>
                    <a:pt x="2415988" y="433125"/>
                    <a:pt x="2415988" y="612215"/>
                  </a:cubicBezTo>
                  <a:cubicBezTo>
                    <a:pt x="2415988" y="1185302"/>
                    <a:pt x="1875151" y="1649880"/>
                    <a:pt x="1207994" y="1649880"/>
                  </a:cubicBezTo>
                  <a:cubicBezTo>
                    <a:pt x="540837" y="1649880"/>
                    <a:pt x="0" y="1185302"/>
                    <a:pt x="0" y="612215"/>
                  </a:cubicBezTo>
                  <a:cubicBezTo>
                    <a:pt x="0" y="433125"/>
                    <a:pt x="52816" y="264632"/>
                    <a:pt x="145799" y="117602"/>
                  </a:cubicBezTo>
                  <a:lnTo>
                    <a:pt x="145888" y="117475"/>
                  </a:lnTo>
                  <a:lnTo>
                    <a:pt x="147371" y="117475"/>
                  </a:lnTo>
                  <a:cubicBezTo>
                    <a:pt x="147371" y="52595"/>
                    <a:pt x="621440" y="0"/>
                    <a:pt x="1206234" y="0"/>
                  </a:cubicBezTo>
                  <a:close/>
                </a:path>
              </a:pathLst>
            </a:custGeom>
            <a:gradFill>
              <a:gsLst>
                <a:gs pos="0">
                  <a:srgbClr val="FFA2D4"/>
                </a:gs>
                <a:gs pos="50000">
                  <a:srgbClr val="FA85BF"/>
                </a:gs>
                <a:gs pos="100000">
                  <a:srgbClr val="FB6DB3"/>
                </a:gs>
              </a:gsLst>
              <a:path path="circle">
                <a:fillToRect l="50000" t="50000" r="50000" b="5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279A47E1-518A-6217-BEB3-758E21DF3727}"/>
                </a:ext>
              </a:extLst>
            </p:cNvPr>
            <p:cNvSpPr/>
            <p:nvPr/>
          </p:nvSpPr>
          <p:spPr>
            <a:xfrm>
              <a:off x="5037138" y="3397250"/>
              <a:ext cx="2117725" cy="23495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3D40831-5F8B-C236-ECCC-EB2800D90B8A}"/>
              </a:ext>
            </a:extLst>
          </p:cNvPr>
          <p:cNvGrpSpPr/>
          <p:nvPr/>
        </p:nvGrpSpPr>
        <p:grpSpPr>
          <a:xfrm>
            <a:off x="549947" y="1501878"/>
            <a:ext cx="2520000" cy="3575730"/>
            <a:chOff x="549947" y="1501878"/>
            <a:chExt cx="2520000" cy="3575730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4E350FC-4D92-077B-CF73-579BB72F9F9E}"/>
                </a:ext>
              </a:extLst>
            </p:cNvPr>
            <p:cNvSpPr/>
            <p:nvPr/>
          </p:nvSpPr>
          <p:spPr>
            <a:xfrm>
              <a:off x="549947" y="2197608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E583532-42A9-289E-FC21-AE6061045585}"/>
                </a:ext>
              </a:extLst>
            </p:cNvPr>
            <p:cNvSpPr/>
            <p:nvPr/>
          </p:nvSpPr>
          <p:spPr>
            <a:xfrm>
              <a:off x="1608017" y="1501878"/>
              <a:ext cx="403860" cy="2587850"/>
            </a:xfrm>
            <a:prstGeom prst="rect">
              <a:avLst/>
            </a:prstGeom>
            <a:gradFill>
              <a:gsLst>
                <a:gs pos="0">
                  <a:srgbClr val="3BB486"/>
                </a:gs>
                <a:gs pos="50000">
                  <a:srgbClr val="299B6B"/>
                </a:gs>
                <a:gs pos="100000">
                  <a:srgbClr val="13834D"/>
                </a:gs>
              </a:gsLst>
              <a:path path="circle">
                <a:fillToRect l="50000" t="50000" r="50000" b="5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659643D-A91B-8538-82F2-7BA8F8742C3E}"/>
                </a:ext>
              </a:extLst>
            </p:cNvPr>
            <p:cNvSpPr/>
            <p:nvPr/>
          </p:nvSpPr>
          <p:spPr>
            <a:xfrm>
              <a:off x="1449118" y="2194218"/>
              <a:ext cx="721659" cy="264160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35D596A9-8076-C138-9095-F895FD7DFD4A}"/>
                </a:ext>
              </a:extLst>
            </p:cNvPr>
            <p:cNvSpPr/>
            <p:nvPr/>
          </p:nvSpPr>
          <p:spPr>
            <a:xfrm>
              <a:off x="601953" y="3463618"/>
              <a:ext cx="2415988" cy="1555750"/>
            </a:xfrm>
            <a:custGeom>
              <a:avLst/>
              <a:gdLst>
                <a:gd name="csX0" fmla="*/ 1206234 w 2415988"/>
                <a:gd name="csY0" fmla="*/ 0 h 1649880"/>
                <a:gd name="csX1" fmla="*/ 2265097 w 2415988"/>
                <a:gd name="csY1" fmla="*/ 117475 h 1649880"/>
                <a:gd name="csX2" fmla="*/ 2270100 w 2415988"/>
                <a:gd name="csY2" fmla="*/ 117475 h 1649880"/>
                <a:gd name="csX3" fmla="*/ 2270190 w 2415988"/>
                <a:gd name="csY3" fmla="*/ 117602 h 1649880"/>
                <a:gd name="csX4" fmla="*/ 2415988 w 2415988"/>
                <a:gd name="csY4" fmla="*/ 612215 h 1649880"/>
                <a:gd name="csX5" fmla="*/ 1207994 w 2415988"/>
                <a:gd name="csY5" fmla="*/ 1649880 h 1649880"/>
                <a:gd name="csX6" fmla="*/ 0 w 2415988"/>
                <a:gd name="csY6" fmla="*/ 612215 h 1649880"/>
                <a:gd name="csX7" fmla="*/ 145799 w 2415988"/>
                <a:gd name="csY7" fmla="*/ 117602 h 1649880"/>
                <a:gd name="csX8" fmla="*/ 145888 w 2415988"/>
                <a:gd name="csY8" fmla="*/ 117475 h 1649880"/>
                <a:gd name="csX9" fmla="*/ 147371 w 2415988"/>
                <a:gd name="csY9" fmla="*/ 117475 h 1649880"/>
                <a:gd name="csX10" fmla="*/ 1206234 w 2415988"/>
                <a:gd name="csY10" fmla="*/ 0 h 1649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415988" h="1649880">
                  <a:moveTo>
                    <a:pt x="1206234" y="0"/>
                  </a:moveTo>
                  <a:cubicBezTo>
                    <a:pt x="1791028" y="0"/>
                    <a:pt x="2265097" y="52595"/>
                    <a:pt x="2265097" y="117475"/>
                  </a:cubicBezTo>
                  <a:lnTo>
                    <a:pt x="2270100" y="117475"/>
                  </a:lnTo>
                  <a:lnTo>
                    <a:pt x="2270190" y="117602"/>
                  </a:lnTo>
                  <a:cubicBezTo>
                    <a:pt x="2363172" y="264632"/>
                    <a:pt x="2415988" y="433125"/>
                    <a:pt x="2415988" y="612215"/>
                  </a:cubicBezTo>
                  <a:cubicBezTo>
                    <a:pt x="2415988" y="1185302"/>
                    <a:pt x="1875151" y="1649880"/>
                    <a:pt x="1207994" y="1649880"/>
                  </a:cubicBezTo>
                  <a:cubicBezTo>
                    <a:pt x="540837" y="1649880"/>
                    <a:pt x="0" y="1185302"/>
                    <a:pt x="0" y="612215"/>
                  </a:cubicBezTo>
                  <a:cubicBezTo>
                    <a:pt x="0" y="433125"/>
                    <a:pt x="52816" y="264632"/>
                    <a:pt x="145799" y="117602"/>
                  </a:cubicBezTo>
                  <a:lnTo>
                    <a:pt x="145888" y="117475"/>
                  </a:lnTo>
                  <a:lnTo>
                    <a:pt x="147371" y="117475"/>
                  </a:lnTo>
                  <a:cubicBezTo>
                    <a:pt x="147371" y="52595"/>
                    <a:pt x="621440" y="0"/>
                    <a:pt x="1206234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3BB486"/>
                </a:gs>
                <a:gs pos="50000">
                  <a:srgbClr val="299B6B"/>
                </a:gs>
                <a:gs pos="100000">
                  <a:srgbClr val="13834D"/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AD2F1C6-BFFE-CC15-F167-F94470334737}"/>
                </a:ext>
              </a:extLst>
            </p:cNvPr>
            <p:cNvSpPr/>
            <p:nvPr/>
          </p:nvSpPr>
          <p:spPr>
            <a:xfrm>
              <a:off x="751085" y="3463618"/>
              <a:ext cx="2117725" cy="23495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B9AF091-1129-F46D-AE43-78BE82A66C83}"/>
              </a:ext>
            </a:extLst>
          </p:cNvPr>
          <p:cNvGrpSpPr/>
          <p:nvPr/>
        </p:nvGrpSpPr>
        <p:grpSpPr>
          <a:xfrm>
            <a:off x="8761223" y="1377270"/>
            <a:ext cx="2520000" cy="3575730"/>
            <a:chOff x="8761223" y="1377270"/>
            <a:chExt cx="2520000" cy="3575730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18CDA69D-A977-E0B0-B07B-AC6C6C05215A}"/>
                </a:ext>
              </a:extLst>
            </p:cNvPr>
            <p:cNvSpPr/>
            <p:nvPr/>
          </p:nvSpPr>
          <p:spPr>
            <a:xfrm>
              <a:off x="8761223" y="2073000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292B4F8-8D8D-50DA-E078-03C754759F40}"/>
                </a:ext>
              </a:extLst>
            </p:cNvPr>
            <p:cNvSpPr/>
            <p:nvPr/>
          </p:nvSpPr>
          <p:spPr>
            <a:xfrm>
              <a:off x="9819293" y="1377270"/>
              <a:ext cx="403860" cy="2587850"/>
            </a:xfrm>
            <a:prstGeom prst="rect">
              <a:avLst/>
            </a:prstGeom>
            <a:gradFill>
              <a:gsLst>
                <a:gs pos="0">
                  <a:srgbClr val="CAC4C1"/>
                </a:gs>
                <a:gs pos="50000">
                  <a:srgbClr val="BCB6B3"/>
                </a:gs>
                <a:gs pos="100000">
                  <a:srgbClr val="ABA5A1"/>
                </a:gs>
              </a:gsLst>
              <a:path path="circle">
                <a:fillToRect l="50000" t="50000" r="50000" b="5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3CF6532A-6A8A-13B7-92C5-0C14305F9E8F}"/>
                </a:ext>
              </a:extLst>
            </p:cNvPr>
            <p:cNvSpPr/>
            <p:nvPr/>
          </p:nvSpPr>
          <p:spPr>
            <a:xfrm>
              <a:off x="9660394" y="2069610"/>
              <a:ext cx="721659" cy="264160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C69E12D-4AAB-4F18-2E73-4B65814EC816}"/>
                </a:ext>
              </a:extLst>
            </p:cNvPr>
            <p:cNvSpPr/>
            <p:nvPr/>
          </p:nvSpPr>
          <p:spPr>
            <a:xfrm>
              <a:off x="8813229" y="3339010"/>
              <a:ext cx="2415988" cy="1555750"/>
            </a:xfrm>
            <a:custGeom>
              <a:avLst/>
              <a:gdLst>
                <a:gd name="csX0" fmla="*/ 1206234 w 2415988"/>
                <a:gd name="csY0" fmla="*/ 0 h 1649880"/>
                <a:gd name="csX1" fmla="*/ 2265097 w 2415988"/>
                <a:gd name="csY1" fmla="*/ 117475 h 1649880"/>
                <a:gd name="csX2" fmla="*/ 2270100 w 2415988"/>
                <a:gd name="csY2" fmla="*/ 117475 h 1649880"/>
                <a:gd name="csX3" fmla="*/ 2270190 w 2415988"/>
                <a:gd name="csY3" fmla="*/ 117602 h 1649880"/>
                <a:gd name="csX4" fmla="*/ 2415988 w 2415988"/>
                <a:gd name="csY4" fmla="*/ 612215 h 1649880"/>
                <a:gd name="csX5" fmla="*/ 1207994 w 2415988"/>
                <a:gd name="csY5" fmla="*/ 1649880 h 1649880"/>
                <a:gd name="csX6" fmla="*/ 0 w 2415988"/>
                <a:gd name="csY6" fmla="*/ 612215 h 1649880"/>
                <a:gd name="csX7" fmla="*/ 145799 w 2415988"/>
                <a:gd name="csY7" fmla="*/ 117602 h 1649880"/>
                <a:gd name="csX8" fmla="*/ 145888 w 2415988"/>
                <a:gd name="csY8" fmla="*/ 117475 h 1649880"/>
                <a:gd name="csX9" fmla="*/ 147371 w 2415988"/>
                <a:gd name="csY9" fmla="*/ 117475 h 1649880"/>
                <a:gd name="csX10" fmla="*/ 1206234 w 2415988"/>
                <a:gd name="csY10" fmla="*/ 0 h 1649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415988" h="1649880">
                  <a:moveTo>
                    <a:pt x="1206234" y="0"/>
                  </a:moveTo>
                  <a:cubicBezTo>
                    <a:pt x="1791028" y="0"/>
                    <a:pt x="2265097" y="52595"/>
                    <a:pt x="2265097" y="117475"/>
                  </a:cubicBezTo>
                  <a:lnTo>
                    <a:pt x="2270100" y="117475"/>
                  </a:lnTo>
                  <a:lnTo>
                    <a:pt x="2270190" y="117602"/>
                  </a:lnTo>
                  <a:cubicBezTo>
                    <a:pt x="2363172" y="264632"/>
                    <a:pt x="2415988" y="433125"/>
                    <a:pt x="2415988" y="612215"/>
                  </a:cubicBezTo>
                  <a:cubicBezTo>
                    <a:pt x="2415988" y="1185302"/>
                    <a:pt x="1875151" y="1649880"/>
                    <a:pt x="1207994" y="1649880"/>
                  </a:cubicBezTo>
                  <a:cubicBezTo>
                    <a:pt x="540837" y="1649880"/>
                    <a:pt x="0" y="1185302"/>
                    <a:pt x="0" y="612215"/>
                  </a:cubicBezTo>
                  <a:cubicBezTo>
                    <a:pt x="0" y="433125"/>
                    <a:pt x="52816" y="264632"/>
                    <a:pt x="145799" y="117602"/>
                  </a:cubicBezTo>
                  <a:lnTo>
                    <a:pt x="145888" y="117475"/>
                  </a:lnTo>
                  <a:lnTo>
                    <a:pt x="147371" y="117475"/>
                  </a:lnTo>
                  <a:cubicBezTo>
                    <a:pt x="147371" y="52595"/>
                    <a:pt x="621440" y="0"/>
                    <a:pt x="1206234" y="0"/>
                  </a:cubicBezTo>
                  <a:close/>
                </a:path>
              </a:pathLst>
            </a:custGeom>
            <a:gradFill>
              <a:gsLst>
                <a:gs pos="0">
                  <a:srgbClr val="CAC4C1"/>
                </a:gs>
                <a:gs pos="50000">
                  <a:srgbClr val="BCB6B3"/>
                </a:gs>
                <a:gs pos="100000">
                  <a:srgbClr val="ABA5A1"/>
                </a:gs>
              </a:gsLst>
              <a:path path="circle">
                <a:fillToRect l="50000" t="50000" r="50000" b="5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8465891E-07C8-E814-B246-6A19EC8E1AA3}"/>
                </a:ext>
              </a:extLst>
            </p:cNvPr>
            <p:cNvSpPr/>
            <p:nvPr/>
          </p:nvSpPr>
          <p:spPr>
            <a:xfrm>
              <a:off x="8962361" y="3339010"/>
              <a:ext cx="2117725" cy="23495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</p:spTree>
    <p:extLst>
      <p:ext uri="{BB962C8B-B14F-4D97-AF65-F5344CB8AC3E}">
        <p14:creationId xmlns:p14="http://schemas.microsoft.com/office/powerpoint/2010/main" val="38399416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6D943A-A796-F952-91DB-280ECFDE7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B1A91FC-2771-6C77-5096-38F0311812D1}"/>
              </a:ext>
            </a:extLst>
          </p:cNvPr>
          <p:cNvSpPr/>
          <p:nvPr/>
        </p:nvSpPr>
        <p:spPr>
          <a:xfrm>
            <a:off x="3668160" y="2131240"/>
            <a:ext cx="2520000" cy="2880000"/>
          </a:xfrm>
          <a:custGeom>
            <a:avLst/>
            <a:gdLst>
              <a:gd name="csX0" fmla="*/ 1183677 w 2369574"/>
              <a:gd name="csY0" fmla="*/ 0 h 2924441"/>
              <a:gd name="csX1" fmla="*/ 1522926 w 2369574"/>
              <a:gd name="csY1" fmla="*/ 132080 h 2924441"/>
              <a:gd name="csX2" fmla="*/ 1525475 w 2369574"/>
              <a:gd name="csY2" fmla="*/ 132080 h 2924441"/>
              <a:gd name="csX3" fmla="*/ 1525475 w 2369574"/>
              <a:gd name="csY3" fmla="*/ 749497 h 2924441"/>
              <a:gd name="csX4" fmla="*/ 1537107 w 2369574"/>
              <a:gd name="csY4" fmla="*/ 752302 h 2924441"/>
              <a:gd name="csX5" fmla="*/ 2369574 w 2369574"/>
              <a:gd name="csY5" fmla="*/ 1813396 h 2924441"/>
              <a:gd name="csX6" fmla="*/ 1184787 w 2369574"/>
              <a:gd name="csY6" fmla="*/ 2924441 h 2924441"/>
              <a:gd name="csX7" fmla="*/ 0 w 2369574"/>
              <a:gd name="csY7" fmla="*/ 1813396 h 2924441"/>
              <a:gd name="csX8" fmla="*/ 832467 w 2369574"/>
              <a:gd name="csY8" fmla="*/ 752302 h 2924441"/>
              <a:gd name="csX9" fmla="*/ 844100 w 2369574"/>
              <a:gd name="csY9" fmla="*/ 749497 h 2924441"/>
              <a:gd name="csX10" fmla="*/ 844100 w 2369574"/>
              <a:gd name="csY10" fmla="*/ 132080 h 2924441"/>
              <a:gd name="csX11" fmla="*/ 844428 w 2369574"/>
              <a:gd name="csY11" fmla="*/ 132080 h 2924441"/>
              <a:gd name="csX12" fmla="*/ 1183677 w 2369574"/>
              <a:gd name="csY12" fmla="*/ 0 h 29244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2369574" h="2924441">
                <a:moveTo>
                  <a:pt x="1183677" y="0"/>
                </a:moveTo>
                <a:cubicBezTo>
                  <a:pt x="1371039" y="0"/>
                  <a:pt x="1522926" y="59134"/>
                  <a:pt x="1522926" y="132080"/>
                </a:cubicBezTo>
                <a:lnTo>
                  <a:pt x="1525475" y="132080"/>
                </a:lnTo>
                <a:lnTo>
                  <a:pt x="1525475" y="749497"/>
                </a:lnTo>
                <a:lnTo>
                  <a:pt x="1537107" y="752302"/>
                </a:lnTo>
                <a:cubicBezTo>
                  <a:pt x="2019396" y="892973"/>
                  <a:pt x="2369574" y="1314836"/>
                  <a:pt x="2369574" y="1813396"/>
                </a:cubicBezTo>
                <a:cubicBezTo>
                  <a:pt x="2369574" y="2427009"/>
                  <a:pt x="1839127" y="2924441"/>
                  <a:pt x="1184787" y="2924441"/>
                </a:cubicBezTo>
                <a:cubicBezTo>
                  <a:pt x="530447" y="2924441"/>
                  <a:pt x="0" y="2427009"/>
                  <a:pt x="0" y="1813396"/>
                </a:cubicBezTo>
                <a:cubicBezTo>
                  <a:pt x="0" y="1314836"/>
                  <a:pt x="350178" y="892973"/>
                  <a:pt x="832467" y="752302"/>
                </a:cubicBezTo>
                <a:lnTo>
                  <a:pt x="844100" y="749497"/>
                </a:lnTo>
                <a:lnTo>
                  <a:pt x="844100" y="132080"/>
                </a:lnTo>
                <a:lnTo>
                  <a:pt x="844428" y="132080"/>
                </a:lnTo>
                <a:cubicBezTo>
                  <a:pt x="844428" y="59134"/>
                  <a:pt x="996315" y="0"/>
                  <a:pt x="1183677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accent1">
                  <a:lumMod val="5000"/>
                  <a:lumOff val="95000"/>
                  <a:alpha val="0"/>
                </a:schemeClr>
              </a:gs>
              <a:gs pos="50000">
                <a:schemeClr val="bg1"/>
              </a:gs>
            </a:gsLst>
            <a:lin ang="2700000" scaled="1"/>
            <a:tileRect/>
          </a:gra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dirty="0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9BEC22C5-C5CD-1131-3401-745F3E943FCA}"/>
              </a:ext>
            </a:extLst>
          </p:cNvPr>
          <p:cNvSpPr/>
          <p:nvPr/>
        </p:nvSpPr>
        <p:spPr>
          <a:xfrm>
            <a:off x="3739916" y="2131239"/>
            <a:ext cx="1349442" cy="2817000"/>
          </a:xfrm>
          <a:custGeom>
            <a:avLst/>
            <a:gdLst>
              <a:gd name="csX0" fmla="*/ 1188243 w 1349442"/>
              <a:gd name="csY0" fmla="*/ 0 h 2817000"/>
              <a:gd name="csX1" fmla="*/ 1223317 w 1349442"/>
              <a:gd name="csY1" fmla="*/ 2592 h 2817000"/>
              <a:gd name="csX2" fmla="*/ 1225578 w 1349442"/>
              <a:gd name="csY2" fmla="*/ 0 h 2817000"/>
              <a:gd name="csX3" fmla="*/ 1349442 w 1349442"/>
              <a:gd name="csY3" fmla="*/ 1408500 h 2817000"/>
              <a:gd name="csX4" fmla="*/ 1225578 w 1349442"/>
              <a:gd name="csY4" fmla="*/ 2817000 h 2817000"/>
              <a:gd name="csX5" fmla="*/ 1224200 w 1349442"/>
              <a:gd name="csY5" fmla="*/ 2815421 h 2817000"/>
              <a:gd name="csX6" fmla="*/ 1188243 w 1349442"/>
              <a:gd name="csY6" fmla="*/ 2816999 h 2817000"/>
              <a:gd name="csX7" fmla="*/ 0 w 1349442"/>
              <a:gd name="csY7" fmla="*/ 1783536 h 2817000"/>
              <a:gd name="csX8" fmla="*/ 725725 w 1349442"/>
              <a:gd name="csY8" fmla="*/ 831288 h 2817000"/>
              <a:gd name="csX9" fmla="*/ 893996 w 1349442"/>
              <a:gd name="csY9" fmla="*/ 785858 h 2817000"/>
              <a:gd name="csX10" fmla="*/ 893996 w 1349442"/>
              <a:gd name="csY10" fmla="*/ 88084 h 2817000"/>
              <a:gd name="csX11" fmla="*/ 895634 w 1349442"/>
              <a:gd name="csY11" fmla="*/ 88084 h 2817000"/>
              <a:gd name="csX12" fmla="*/ 895634 w 1349442"/>
              <a:gd name="csY12" fmla="*/ 55306 h 2817000"/>
              <a:gd name="csX13" fmla="*/ 933098 w 1349442"/>
              <a:gd name="csY13" fmla="*/ 38685 h 2817000"/>
              <a:gd name="csX14" fmla="*/ 1188243 w 1349442"/>
              <a:gd name="csY14" fmla="*/ 0 h 2817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349442" h="2817000">
                <a:moveTo>
                  <a:pt x="1188243" y="0"/>
                </a:moveTo>
                <a:lnTo>
                  <a:pt x="1223317" y="2592"/>
                </a:lnTo>
                <a:lnTo>
                  <a:pt x="1225578" y="0"/>
                </a:lnTo>
                <a:cubicBezTo>
                  <a:pt x="1293986" y="0"/>
                  <a:pt x="1349442" y="630607"/>
                  <a:pt x="1349442" y="1408500"/>
                </a:cubicBezTo>
                <a:cubicBezTo>
                  <a:pt x="1349442" y="2186393"/>
                  <a:pt x="1293986" y="2817000"/>
                  <a:pt x="1225578" y="2817000"/>
                </a:cubicBezTo>
                <a:lnTo>
                  <a:pt x="1224200" y="2815421"/>
                </a:lnTo>
                <a:lnTo>
                  <a:pt x="1188243" y="2816999"/>
                </a:lnTo>
                <a:cubicBezTo>
                  <a:pt x="531995" y="2816999"/>
                  <a:pt x="0" y="2354302"/>
                  <a:pt x="0" y="1783536"/>
                </a:cubicBezTo>
                <a:cubicBezTo>
                  <a:pt x="0" y="1355462"/>
                  <a:pt x="299247" y="988176"/>
                  <a:pt x="725725" y="831288"/>
                </a:cubicBezTo>
                <a:lnTo>
                  <a:pt x="893996" y="785858"/>
                </a:lnTo>
                <a:lnTo>
                  <a:pt x="893996" y="88084"/>
                </a:lnTo>
                <a:lnTo>
                  <a:pt x="895634" y="88084"/>
                </a:lnTo>
                <a:lnTo>
                  <a:pt x="895634" y="55306"/>
                </a:lnTo>
                <a:lnTo>
                  <a:pt x="933098" y="38685"/>
                </a:lnTo>
                <a:cubicBezTo>
                  <a:pt x="998395" y="14784"/>
                  <a:pt x="1088603" y="0"/>
                  <a:pt x="1188243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42A6CE51-8A17-2223-DDB4-2D059CD14E8B}"/>
              </a:ext>
            </a:extLst>
          </p:cNvPr>
          <p:cNvSpPr/>
          <p:nvPr/>
        </p:nvSpPr>
        <p:spPr>
          <a:xfrm>
            <a:off x="4841631" y="2129545"/>
            <a:ext cx="247727" cy="28169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5779E8A-6ED0-2658-3DDD-CC5B71085527}"/>
              </a:ext>
            </a:extLst>
          </p:cNvPr>
          <p:cNvSpPr/>
          <p:nvPr/>
        </p:nvSpPr>
        <p:spPr>
          <a:xfrm>
            <a:off x="4567330" y="2127850"/>
            <a:ext cx="721659" cy="264160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4619373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7FFC15-6AA3-85E7-2CC8-7F9FDAC69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D3D020A-F6F3-6F36-A9CD-3DB9C27ED421}"/>
              </a:ext>
            </a:extLst>
          </p:cNvPr>
          <p:cNvGrpSpPr/>
          <p:nvPr/>
        </p:nvGrpSpPr>
        <p:grpSpPr>
          <a:xfrm rot="13500000">
            <a:off x="3668160" y="2127850"/>
            <a:ext cx="2520000" cy="2883390"/>
            <a:chOff x="3668160" y="2127850"/>
            <a:chExt cx="2520000" cy="2883390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410E4D72-EE25-4454-007F-B2EED6B2206C}"/>
                </a:ext>
              </a:extLst>
            </p:cNvPr>
            <p:cNvSpPr/>
            <p:nvPr/>
          </p:nvSpPr>
          <p:spPr>
            <a:xfrm>
              <a:off x="3668160" y="2131240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38BAD689-8A95-6500-CBBB-86EDF38B6C8F}"/>
                </a:ext>
              </a:extLst>
            </p:cNvPr>
            <p:cNvSpPr/>
            <p:nvPr/>
          </p:nvSpPr>
          <p:spPr>
            <a:xfrm>
              <a:off x="3739916" y="2131239"/>
              <a:ext cx="1349442" cy="2817000"/>
            </a:xfrm>
            <a:custGeom>
              <a:avLst/>
              <a:gdLst>
                <a:gd name="csX0" fmla="*/ 1188243 w 1349442"/>
                <a:gd name="csY0" fmla="*/ 0 h 2817000"/>
                <a:gd name="csX1" fmla="*/ 1223317 w 1349442"/>
                <a:gd name="csY1" fmla="*/ 2592 h 2817000"/>
                <a:gd name="csX2" fmla="*/ 1225578 w 1349442"/>
                <a:gd name="csY2" fmla="*/ 0 h 2817000"/>
                <a:gd name="csX3" fmla="*/ 1349442 w 1349442"/>
                <a:gd name="csY3" fmla="*/ 1408500 h 2817000"/>
                <a:gd name="csX4" fmla="*/ 1225578 w 1349442"/>
                <a:gd name="csY4" fmla="*/ 2817000 h 2817000"/>
                <a:gd name="csX5" fmla="*/ 1224200 w 1349442"/>
                <a:gd name="csY5" fmla="*/ 2815421 h 2817000"/>
                <a:gd name="csX6" fmla="*/ 1188243 w 1349442"/>
                <a:gd name="csY6" fmla="*/ 2816999 h 2817000"/>
                <a:gd name="csX7" fmla="*/ 0 w 1349442"/>
                <a:gd name="csY7" fmla="*/ 1783536 h 2817000"/>
                <a:gd name="csX8" fmla="*/ 725725 w 1349442"/>
                <a:gd name="csY8" fmla="*/ 831288 h 2817000"/>
                <a:gd name="csX9" fmla="*/ 893996 w 1349442"/>
                <a:gd name="csY9" fmla="*/ 785858 h 2817000"/>
                <a:gd name="csX10" fmla="*/ 893996 w 1349442"/>
                <a:gd name="csY10" fmla="*/ 88084 h 2817000"/>
                <a:gd name="csX11" fmla="*/ 895634 w 1349442"/>
                <a:gd name="csY11" fmla="*/ 88084 h 2817000"/>
                <a:gd name="csX12" fmla="*/ 895634 w 1349442"/>
                <a:gd name="csY12" fmla="*/ 55306 h 2817000"/>
                <a:gd name="csX13" fmla="*/ 933098 w 1349442"/>
                <a:gd name="csY13" fmla="*/ 38685 h 2817000"/>
                <a:gd name="csX14" fmla="*/ 1188243 w 1349442"/>
                <a:gd name="csY14" fmla="*/ 0 h 2817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49442" h="2817000">
                  <a:moveTo>
                    <a:pt x="1188243" y="0"/>
                  </a:moveTo>
                  <a:lnTo>
                    <a:pt x="1223317" y="2592"/>
                  </a:lnTo>
                  <a:lnTo>
                    <a:pt x="1225578" y="0"/>
                  </a:lnTo>
                  <a:cubicBezTo>
                    <a:pt x="1293986" y="0"/>
                    <a:pt x="1349442" y="630607"/>
                    <a:pt x="1349442" y="1408500"/>
                  </a:cubicBezTo>
                  <a:cubicBezTo>
                    <a:pt x="1349442" y="2186393"/>
                    <a:pt x="1293986" y="2817000"/>
                    <a:pt x="1225578" y="2817000"/>
                  </a:cubicBezTo>
                  <a:lnTo>
                    <a:pt x="1224200" y="2815421"/>
                  </a:lnTo>
                  <a:lnTo>
                    <a:pt x="1188243" y="2816999"/>
                  </a:lnTo>
                  <a:cubicBezTo>
                    <a:pt x="531995" y="2816999"/>
                    <a:pt x="0" y="2354302"/>
                    <a:pt x="0" y="1783536"/>
                  </a:cubicBezTo>
                  <a:cubicBezTo>
                    <a:pt x="0" y="1355462"/>
                    <a:pt x="299247" y="988176"/>
                    <a:pt x="725725" y="831288"/>
                  </a:cubicBezTo>
                  <a:lnTo>
                    <a:pt x="893996" y="785858"/>
                  </a:lnTo>
                  <a:lnTo>
                    <a:pt x="893996" y="88084"/>
                  </a:lnTo>
                  <a:lnTo>
                    <a:pt x="895634" y="88084"/>
                  </a:lnTo>
                  <a:lnTo>
                    <a:pt x="895634" y="55306"/>
                  </a:lnTo>
                  <a:lnTo>
                    <a:pt x="933098" y="38685"/>
                  </a:lnTo>
                  <a:cubicBezTo>
                    <a:pt x="998395" y="14784"/>
                    <a:pt x="1088603" y="0"/>
                    <a:pt x="1188243" y="0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F85FCC76-CA16-C169-6024-020A56C848F2}"/>
                </a:ext>
              </a:extLst>
            </p:cNvPr>
            <p:cNvSpPr/>
            <p:nvPr/>
          </p:nvSpPr>
          <p:spPr>
            <a:xfrm>
              <a:off x="4841631" y="2129545"/>
              <a:ext cx="247727" cy="28169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AD9FFB6E-3D22-825E-F786-33E6B2F4B728}"/>
                </a:ext>
              </a:extLst>
            </p:cNvPr>
            <p:cNvSpPr/>
            <p:nvPr/>
          </p:nvSpPr>
          <p:spPr>
            <a:xfrm>
              <a:off x="4567330" y="2127850"/>
              <a:ext cx="721659" cy="264160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</p:grpSp>
    </p:spTree>
    <p:extLst>
      <p:ext uri="{BB962C8B-B14F-4D97-AF65-F5344CB8AC3E}">
        <p14:creationId xmlns:p14="http://schemas.microsoft.com/office/powerpoint/2010/main" val="7980435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BC45C2-D44F-4365-A022-0D00AF81E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512CC446-E4D7-F017-70D9-21B699088A46}"/>
              </a:ext>
            </a:extLst>
          </p:cNvPr>
          <p:cNvGrpSpPr/>
          <p:nvPr/>
        </p:nvGrpSpPr>
        <p:grpSpPr>
          <a:xfrm>
            <a:off x="8505837" y="2372670"/>
            <a:ext cx="2883391" cy="3162136"/>
            <a:chOff x="7289730" y="2309546"/>
            <a:chExt cx="2883391" cy="316213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B8C8194-597F-807E-701B-90FF425F2B9C}"/>
                </a:ext>
              </a:extLst>
            </p:cNvPr>
            <p:cNvSpPr/>
            <p:nvPr/>
          </p:nvSpPr>
          <p:spPr>
            <a:xfrm>
              <a:off x="7681445" y="4555958"/>
              <a:ext cx="280737" cy="91572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8BFD58A-1C96-A881-2591-B78B6CD6D856}"/>
                </a:ext>
              </a:extLst>
            </p:cNvPr>
            <p:cNvGrpSpPr/>
            <p:nvPr/>
          </p:nvGrpSpPr>
          <p:grpSpPr>
            <a:xfrm rot="13500000">
              <a:off x="7471426" y="2127850"/>
              <a:ext cx="2520000" cy="2883391"/>
              <a:chOff x="3668160" y="2127850"/>
              <a:chExt cx="2520000" cy="2883391"/>
            </a:xfrm>
          </p:grpSpPr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91327087-8366-8C0D-1730-7A3ADD6383B7}"/>
                  </a:ext>
                </a:extLst>
              </p:cNvPr>
              <p:cNvSpPr/>
              <p:nvPr/>
            </p:nvSpPr>
            <p:spPr>
              <a:xfrm>
                <a:off x="3668160" y="2131241"/>
                <a:ext cx="2520000" cy="2880000"/>
              </a:xfrm>
              <a:custGeom>
                <a:avLst/>
                <a:gdLst>
                  <a:gd name="csX0" fmla="*/ 1183677 w 2369574"/>
                  <a:gd name="csY0" fmla="*/ 0 h 2924441"/>
                  <a:gd name="csX1" fmla="*/ 1522926 w 2369574"/>
                  <a:gd name="csY1" fmla="*/ 132080 h 2924441"/>
                  <a:gd name="csX2" fmla="*/ 1525475 w 2369574"/>
                  <a:gd name="csY2" fmla="*/ 132080 h 2924441"/>
                  <a:gd name="csX3" fmla="*/ 1525475 w 2369574"/>
                  <a:gd name="csY3" fmla="*/ 749497 h 2924441"/>
                  <a:gd name="csX4" fmla="*/ 1537107 w 2369574"/>
                  <a:gd name="csY4" fmla="*/ 752302 h 2924441"/>
                  <a:gd name="csX5" fmla="*/ 2369574 w 2369574"/>
                  <a:gd name="csY5" fmla="*/ 1813396 h 2924441"/>
                  <a:gd name="csX6" fmla="*/ 1184787 w 2369574"/>
                  <a:gd name="csY6" fmla="*/ 2924441 h 2924441"/>
                  <a:gd name="csX7" fmla="*/ 0 w 2369574"/>
                  <a:gd name="csY7" fmla="*/ 1813396 h 2924441"/>
                  <a:gd name="csX8" fmla="*/ 832467 w 2369574"/>
                  <a:gd name="csY8" fmla="*/ 752302 h 2924441"/>
                  <a:gd name="csX9" fmla="*/ 844100 w 2369574"/>
                  <a:gd name="csY9" fmla="*/ 749497 h 2924441"/>
                  <a:gd name="csX10" fmla="*/ 844100 w 2369574"/>
                  <a:gd name="csY10" fmla="*/ 132080 h 2924441"/>
                  <a:gd name="csX11" fmla="*/ 844428 w 2369574"/>
                  <a:gd name="csY11" fmla="*/ 132080 h 2924441"/>
                  <a:gd name="csX12" fmla="*/ 1183677 w 2369574"/>
                  <a:gd name="csY12" fmla="*/ 0 h 292444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369574" h="2924441">
                    <a:moveTo>
                      <a:pt x="1183677" y="0"/>
                    </a:moveTo>
                    <a:cubicBezTo>
                      <a:pt x="1371039" y="0"/>
                      <a:pt x="1522926" y="59134"/>
                      <a:pt x="1522926" y="132080"/>
                    </a:cubicBezTo>
                    <a:lnTo>
                      <a:pt x="1525475" y="132080"/>
                    </a:lnTo>
                    <a:lnTo>
                      <a:pt x="1525475" y="749497"/>
                    </a:lnTo>
                    <a:lnTo>
                      <a:pt x="1537107" y="752302"/>
                    </a:lnTo>
                    <a:cubicBezTo>
                      <a:pt x="2019396" y="892973"/>
                      <a:pt x="2369574" y="1314836"/>
                      <a:pt x="2369574" y="1813396"/>
                    </a:cubicBezTo>
                    <a:cubicBezTo>
                      <a:pt x="2369574" y="2427009"/>
                      <a:pt x="1839127" y="2924441"/>
                      <a:pt x="1184787" y="2924441"/>
                    </a:cubicBezTo>
                    <a:cubicBezTo>
                      <a:pt x="530447" y="2924441"/>
                      <a:pt x="0" y="2427009"/>
                      <a:pt x="0" y="1813396"/>
                    </a:cubicBezTo>
                    <a:cubicBezTo>
                      <a:pt x="0" y="1314836"/>
                      <a:pt x="350178" y="892973"/>
                      <a:pt x="832467" y="752302"/>
                    </a:cubicBezTo>
                    <a:lnTo>
                      <a:pt x="844100" y="749497"/>
                    </a:lnTo>
                    <a:lnTo>
                      <a:pt x="844100" y="132080"/>
                    </a:lnTo>
                    <a:lnTo>
                      <a:pt x="844428" y="132080"/>
                    </a:lnTo>
                    <a:cubicBezTo>
                      <a:pt x="844428" y="59134"/>
                      <a:pt x="996315" y="0"/>
                      <a:pt x="1183677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  <a:alpha val="0"/>
                    </a:schemeClr>
                  </a:gs>
                  <a:gs pos="100000">
                    <a:schemeClr val="accent1">
                      <a:lumMod val="5000"/>
                      <a:lumOff val="95000"/>
                      <a:alpha val="0"/>
                    </a:schemeClr>
                  </a:gs>
                  <a:gs pos="50000">
                    <a:schemeClr val="bg1"/>
                  </a:gs>
                </a:gsLst>
                <a:lin ang="2700000" scaled="1"/>
                <a:tileRect/>
              </a:gra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ID" dirty="0"/>
              </a:p>
            </p:txBody>
          </p:sp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2EAB8209-D9FE-F2C2-BC01-6F86E9D55314}"/>
                  </a:ext>
                </a:extLst>
              </p:cNvPr>
              <p:cNvSpPr/>
              <p:nvPr/>
            </p:nvSpPr>
            <p:spPr>
              <a:xfrm>
                <a:off x="3739915" y="2131239"/>
                <a:ext cx="1349442" cy="2817000"/>
              </a:xfrm>
              <a:custGeom>
                <a:avLst/>
                <a:gdLst>
                  <a:gd name="csX0" fmla="*/ 1188243 w 1349442"/>
                  <a:gd name="csY0" fmla="*/ 0 h 2817000"/>
                  <a:gd name="csX1" fmla="*/ 1223317 w 1349442"/>
                  <a:gd name="csY1" fmla="*/ 2592 h 2817000"/>
                  <a:gd name="csX2" fmla="*/ 1225578 w 1349442"/>
                  <a:gd name="csY2" fmla="*/ 0 h 2817000"/>
                  <a:gd name="csX3" fmla="*/ 1349442 w 1349442"/>
                  <a:gd name="csY3" fmla="*/ 1408500 h 2817000"/>
                  <a:gd name="csX4" fmla="*/ 1225578 w 1349442"/>
                  <a:gd name="csY4" fmla="*/ 2817000 h 2817000"/>
                  <a:gd name="csX5" fmla="*/ 1224200 w 1349442"/>
                  <a:gd name="csY5" fmla="*/ 2815421 h 2817000"/>
                  <a:gd name="csX6" fmla="*/ 1188243 w 1349442"/>
                  <a:gd name="csY6" fmla="*/ 2816999 h 2817000"/>
                  <a:gd name="csX7" fmla="*/ 0 w 1349442"/>
                  <a:gd name="csY7" fmla="*/ 1783536 h 2817000"/>
                  <a:gd name="csX8" fmla="*/ 725725 w 1349442"/>
                  <a:gd name="csY8" fmla="*/ 831288 h 2817000"/>
                  <a:gd name="csX9" fmla="*/ 893996 w 1349442"/>
                  <a:gd name="csY9" fmla="*/ 785858 h 2817000"/>
                  <a:gd name="csX10" fmla="*/ 893996 w 1349442"/>
                  <a:gd name="csY10" fmla="*/ 88084 h 2817000"/>
                  <a:gd name="csX11" fmla="*/ 895634 w 1349442"/>
                  <a:gd name="csY11" fmla="*/ 88084 h 2817000"/>
                  <a:gd name="csX12" fmla="*/ 895634 w 1349442"/>
                  <a:gd name="csY12" fmla="*/ 55306 h 2817000"/>
                  <a:gd name="csX13" fmla="*/ 933098 w 1349442"/>
                  <a:gd name="csY13" fmla="*/ 38685 h 2817000"/>
                  <a:gd name="csX14" fmla="*/ 1188243 w 1349442"/>
                  <a:gd name="csY14" fmla="*/ 0 h 2817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1349442" h="2817000">
                    <a:moveTo>
                      <a:pt x="1188243" y="0"/>
                    </a:moveTo>
                    <a:lnTo>
                      <a:pt x="1223317" y="2592"/>
                    </a:lnTo>
                    <a:lnTo>
                      <a:pt x="1225578" y="0"/>
                    </a:lnTo>
                    <a:cubicBezTo>
                      <a:pt x="1293986" y="0"/>
                      <a:pt x="1349442" y="630607"/>
                      <a:pt x="1349442" y="1408500"/>
                    </a:cubicBezTo>
                    <a:cubicBezTo>
                      <a:pt x="1349442" y="2186393"/>
                      <a:pt x="1293986" y="2817000"/>
                      <a:pt x="1225578" y="2817000"/>
                    </a:cubicBezTo>
                    <a:lnTo>
                      <a:pt x="1224200" y="2815421"/>
                    </a:lnTo>
                    <a:lnTo>
                      <a:pt x="1188243" y="2816999"/>
                    </a:lnTo>
                    <a:cubicBezTo>
                      <a:pt x="531995" y="2816999"/>
                      <a:pt x="0" y="2354302"/>
                      <a:pt x="0" y="1783536"/>
                    </a:cubicBezTo>
                    <a:cubicBezTo>
                      <a:pt x="0" y="1355462"/>
                      <a:pt x="299247" y="988176"/>
                      <a:pt x="725725" y="831288"/>
                    </a:cubicBezTo>
                    <a:lnTo>
                      <a:pt x="893996" y="785858"/>
                    </a:lnTo>
                    <a:lnTo>
                      <a:pt x="893996" y="88084"/>
                    </a:lnTo>
                    <a:lnTo>
                      <a:pt x="895634" y="88084"/>
                    </a:lnTo>
                    <a:lnTo>
                      <a:pt x="895634" y="55306"/>
                    </a:lnTo>
                    <a:lnTo>
                      <a:pt x="933098" y="38685"/>
                    </a:lnTo>
                    <a:cubicBezTo>
                      <a:pt x="998395" y="14784"/>
                      <a:pt x="1088603" y="0"/>
                      <a:pt x="1188243" y="0"/>
                    </a:cubicBezTo>
                    <a:close/>
                  </a:path>
                </a:pathLst>
              </a:cu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ID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9E131AD-F52C-D9C1-165E-7EECD1DB9C58}"/>
                  </a:ext>
                </a:extLst>
              </p:cNvPr>
              <p:cNvSpPr/>
              <p:nvPr/>
            </p:nvSpPr>
            <p:spPr>
              <a:xfrm>
                <a:off x="4841631" y="2129545"/>
                <a:ext cx="247727" cy="2816999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 dirty="0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A74503D8-B4C1-303E-59B0-68FE6D749DA2}"/>
                  </a:ext>
                </a:extLst>
              </p:cNvPr>
              <p:cNvSpPr/>
              <p:nvPr/>
            </p:nvSpPr>
            <p:spPr>
              <a:xfrm>
                <a:off x="4567330" y="2127850"/>
                <a:ext cx="721659" cy="264160"/>
              </a:xfrm>
              <a:prstGeom prst="ellipse">
                <a:avLst/>
              </a:prstGeom>
              <a:no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 dirty="0"/>
              </a:p>
            </p:txBody>
          </p:sp>
        </p:grp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D1023C2-1D9D-D8CE-A4E6-0CF276C0E103}"/>
              </a:ext>
            </a:extLst>
          </p:cNvPr>
          <p:cNvGrpSpPr/>
          <p:nvPr/>
        </p:nvGrpSpPr>
        <p:grpSpPr>
          <a:xfrm>
            <a:off x="2669526" y="2269020"/>
            <a:ext cx="3466156" cy="2549624"/>
            <a:chOff x="2669526" y="2269020"/>
            <a:chExt cx="3466156" cy="2549624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60254BE-9703-EB97-D8A4-296697EFE1B0}"/>
                </a:ext>
              </a:extLst>
            </p:cNvPr>
            <p:cNvSpPr/>
            <p:nvPr/>
          </p:nvSpPr>
          <p:spPr>
            <a:xfrm rot="13500000">
              <a:off x="3031275" y="2089020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23E6955-279E-12E5-9BC5-0AEE6D31F351}"/>
                </a:ext>
              </a:extLst>
            </p:cNvPr>
            <p:cNvSpPr/>
            <p:nvPr/>
          </p:nvSpPr>
          <p:spPr>
            <a:xfrm rot="13500000">
              <a:off x="3727883" y="2410845"/>
              <a:ext cx="1349442" cy="3466156"/>
            </a:xfrm>
            <a:custGeom>
              <a:avLst/>
              <a:gdLst>
                <a:gd name="csX0" fmla="*/ 1238242 w 1349442"/>
                <a:gd name="csY0" fmla="*/ 3458884 h 3466156"/>
                <a:gd name="csX1" fmla="*/ 1225578 w 1349442"/>
                <a:gd name="csY1" fmla="*/ 3466156 h 3466156"/>
                <a:gd name="csX2" fmla="*/ 1224200 w 1349442"/>
                <a:gd name="csY2" fmla="*/ 3464577 h 3466156"/>
                <a:gd name="csX3" fmla="*/ 1188243 w 1349442"/>
                <a:gd name="csY3" fmla="*/ 3466155 h 3466156"/>
                <a:gd name="csX4" fmla="*/ 0 w 1349442"/>
                <a:gd name="csY4" fmla="*/ 2432692 h 3466156"/>
                <a:gd name="csX5" fmla="*/ 725725 w 1349442"/>
                <a:gd name="csY5" fmla="*/ 1480444 h 3466156"/>
                <a:gd name="csX6" fmla="*/ 893996 w 1349442"/>
                <a:gd name="csY6" fmla="*/ 1435014 h 3466156"/>
                <a:gd name="csX7" fmla="*/ 893996 w 1349442"/>
                <a:gd name="csY7" fmla="*/ 737240 h 3466156"/>
                <a:gd name="csX8" fmla="*/ 895634 w 1349442"/>
                <a:gd name="csY8" fmla="*/ 737240 h 3466156"/>
                <a:gd name="csX9" fmla="*/ 895634 w 1349442"/>
                <a:gd name="csY9" fmla="*/ 706976 h 3466156"/>
                <a:gd name="csX10" fmla="*/ 387169 w 1349442"/>
                <a:gd name="csY10" fmla="*/ 198511 h 3466156"/>
                <a:gd name="csX11" fmla="*/ 585680 w 1349442"/>
                <a:gd name="csY11" fmla="*/ 0 h 3466156"/>
                <a:gd name="csX12" fmla="*/ 1233195 w 1349442"/>
                <a:gd name="csY12" fmla="*/ 647515 h 3466156"/>
                <a:gd name="csX13" fmla="*/ 1229374 w 1349442"/>
                <a:gd name="csY13" fmla="*/ 651336 h 3466156"/>
                <a:gd name="csX14" fmla="*/ 1238242 w 1349442"/>
                <a:gd name="csY14" fmla="*/ 656428 h 3466156"/>
                <a:gd name="csX15" fmla="*/ 1349442 w 1349442"/>
                <a:gd name="csY15" fmla="*/ 2057656 h 3466156"/>
                <a:gd name="csX16" fmla="*/ 1238242 w 1349442"/>
                <a:gd name="csY16" fmla="*/ 3458884 h 3466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349442" h="3466156">
                  <a:moveTo>
                    <a:pt x="1238242" y="3458884"/>
                  </a:moveTo>
                  <a:cubicBezTo>
                    <a:pt x="1234078" y="3463692"/>
                    <a:pt x="1229853" y="3466156"/>
                    <a:pt x="1225578" y="3466156"/>
                  </a:cubicBezTo>
                  <a:lnTo>
                    <a:pt x="1224200" y="3464577"/>
                  </a:lnTo>
                  <a:lnTo>
                    <a:pt x="1188243" y="3466155"/>
                  </a:lnTo>
                  <a:cubicBezTo>
                    <a:pt x="531995" y="3466155"/>
                    <a:pt x="0" y="3003458"/>
                    <a:pt x="0" y="2432692"/>
                  </a:cubicBezTo>
                  <a:cubicBezTo>
                    <a:pt x="0" y="2004618"/>
                    <a:pt x="299247" y="1637332"/>
                    <a:pt x="725725" y="1480444"/>
                  </a:cubicBezTo>
                  <a:lnTo>
                    <a:pt x="893996" y="1435014"/>
                  </a:lnTo>
                  <a:lnTo>
                    <a:pt x="893996" y="737240"/>
                  </a:lnTo>
                  <a:lnTo>
                    <a:pt x="895634" y="737240"/>
                  </a:lnTo>
                  <a:lnTo>
                    <a:pt x="895634" y="706976"/>
                  </a:lnTo>
                  <a:lnTo>
                    <a:pt x="387169" y="198511"/>
                  </a:lnTo>
                  <a:lnTo>
                    <a:pt x="585680" y="0"/>
                  </a:lnTo>
                  <a:lnTo>
                    <a:pt x="1233195" y="647515"/>
                  </a:lnTo>
                  <a:lnTo>
                    <a:pt x="1229374" y="651336"/>
                  </a:lnTo>
                  <a:lnTo>
                    <a:pt x="1238242" y="656428"/>
                  </a:lnTo>
                  <a:cubicBezTo>
                    <a:pt x="1300701" y="728557"/>
                    <a:pt x="1349442" y="1328382"/>
                    <a:pt x="1349442" y="2057656"/>
                  </a:cubicBezTo>
                  <a:cubicBezTo>
                    <a:pt x="1349442" y="2786930"/>
                    <a:pt x="1300701" y="3386755"/>
                    <a:pt x="1238242" y="3458884"/>
                  </a:cubicBezTo>
                  <a:close/>
                </a:path>
              </a:pathLst>
            </a:custGeom>
            <a:gradFill>
              <a:gsLst>
                <a:gs pos="0">
                  <a:srgbClr val="B8A18A">
                    <a:alpha val="0"/>
                  </a:srgbClr>
                </a:gs>
                <a:gs pos="100000">
                  <a:srgbClr val="3F2A1D">
                    <a:alpha val="0"/>
                  </a:srgbClr>
                </a:gs>
                <a:gs pos="50000">
                  <a:srgbClr val="7A5A44"/>
                </a:gs>
              </a:gsLst>
              <a:path path="circle">
                <a:fillToRect l="50000" t="50000" r="50000" b="5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45AE57C-D538-7071-7BBC-1DE0FD91C01C}"/>
                </a:ext>
              </a:extLst>
            </p:cNvPr>
            <p:cNvSpPr/>
            <p:nvPr/>
          </p:nvSpPr>
          <p:spPr>
            <a:xfrm rot="13500000">
              <a:off x="4117538" y="2117593"/>
              <a:ext cx="247727" cy="2816999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4F94DDE8-7134-9436-AABC-8CDFD195E3E5}"/>
                </a:ext>
              </a:extLst>
            </p:cNvPr>
            <p:cNvSpPr/>
            <p:nvPr/>
          </p:nvSpPr>
          <p:spPr>
            <a:xfrm rot="13500000">
              <a:off x="3003209" y="4324177"/>
              <a:ext cx="721659" cy="264160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</p:grpSp>
    </p:spTree>
    <p:extLst>
      <p:ext uri="{BB962C8B-B14F-4D97-AF65-F5344CB8AC3E}">
        <p14:creationId xmlns:p14="http://schemas.microsoft.com/office/powerpoint/2010/main" val="24351954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A81424-CA20-5CA0-B8E9-0AB3E994C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7361A8B-13B6-342C-0D12-35255F13A9E2}"/>
              </a:ext>
            </a:extLst>
          </p:cNvPr>
          <p:cNvGrpSpPr/>
          <p:nvPr/>
        </p:nvGrpSpPr>
        <p:grpSpPr>
          <a:xfrm>
            <a:off x="505417" y="2200192"/>
            <a:ext cx="3466156" cy="2549624"/>
            <a:chOff x="505417" y="2200192"/>
            <a:chExt cx="3466156" cy="2549624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C1CDD8D7-330D-4BD6-97EF-DFF24450BC85}"/>
                </a:ext>
              </a:extLst>
            </p:cNvPr>
            <p:cNvSpPr/>
            <p:nvPr/>
          </p:nvSpPr>
          <p:spPr>
            <a:xfrm rot="13500000">
              <a:off x="867166" y="2020192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 dirty="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6ADB066-999C-7A9F-606F-62E5F0E0D230}"/>
                </a:ext>
              </a:extLst>
            </p:cNvPr>
            <p:cNvSpPr/>
            <p:nvPr/>
          </p:nvSpPr>
          <p:spPr>
            <a:xfrm rot="13500000">
              <a:off x="1563774" y="2342017"/>
              <a:ext cx="1349442" cy="3466156"/>
            </a:xfrm>
            <a:custGeom>
              <a:avLst/>
              <a:gdLst>
                <a:gd name="csX0" fmla="*/ 1238242 w 1349442"/>
                <a:gd name="csY0" fmla="*/ 3458884 h 3466156"/>
                <a:gd name="csX1" fmla="*/ 1225578 w 1349442"/>
                <a:gd name="csY1" fmla="*/ 3466156 h 3466156"/>
                <a:gd name="csX2" fmla="*/ 1224200 w 1349442"/>
                <a:gd name="csY2" fmla="*/ 3464577 h 3466156"/>
                <a:gd name="csX3" fmla="*/ 1188243 w 1349442"/>
                <a:gd name="csY3" fmla="*/ 3466155 h 3466156"/>
                <a:gd name="csX4" fmla="*/ 0 w 1349442"/>
                <a:gd name="csY4" fmla="*/ 2432692 h 3466156"/>
                <a:gd name="csX5" fmla="*/ 725725 w 1349442"/>
                <a:gd name="csY5" fmla="*/ 1480444 h 3466156"/>
                <a:gd name="csX6" fmla="*/ 893996 w 1349442"/>
                <a:gd name="csY6" fmla="*/ 1435014 h 3466156"/>
                <a:gd name="csX7" fmla="*/ 893996 w 1349442"/>
                <a:gd name="csY7" fmla="*/ 737240 h 3466156"/>
                <a:gd name="csX8" fmla="*/ 895634 w 1349442"/>
                <a:gd name="csY8" fmla="*/ 737240 h 3466156"/>
                <a:gd name="csX9" fmla="*/ 895634 w 1349442"/>
                <a:gd name="csY9" fmla="*/ 706976 h 3466156"/>
                <a:gd name="csX10" fmla="*/ 387169 w 1349442"/>
                <a:gd name="csY10" fmla="*/ 198511 h 3466156"/>
                <a:gd name="csX11" fmla="*/ 585680 w 1349442"/>
                <a:gd name="csY11" fmla="*/ 0 h 3466156"/>
                <a:gd name="csX12" fmla="*/ 1233195 w 1349442"/>
                <a:gd name="csY12" fmla="*/ 647515 h 3466156"/>
                <a:gd name="csX13" fmla="*/ 1229374 w 1349442"/>
                <a:gd name="csY13" fmla="*/ 651336 h 3466156"/>
                <a:gd name="csX14" fmla="*/ 1238242 w 1349442"/>
                <a:gd name="csY14" fmla="*/ 656428 h 3466156"/>
                <a:gd name="csX15" fmla="*/ 1349442 w 1349442"/>
                <a:gd name="csY15" fmla="*/ 2057656 h 3466156"/>
                <a:gd name="csX16" fmla="*/ 1238242 w 1349442"/>
                <a:gd name="csY16" fmla="*/ 3458884 h 3466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349442" h="3466156">
                  <a:moveTo>
                    <a:pt x="1238242" y="3458884"/>
                  </a:moveTo>
                  <a:cubicBezTo>
                    <a:pt x="1234078" y="3463692"/>
                    <a:pt x="1229853" y="3466156"/>
                    <a:pt x="1225578" y="3466156"/>
                  </a:cubicBezTo>
                  <a:lnTo>
                    <a:pt x="1224200" y="3464577"/>
                  </a:lnTo>
                  <a:lnTo>
                    <a:pt x="1188243" y="3466155"/>
                  </a:lnTo>
                  <a:cubicBezTo>
                    <a:pt x="531995" y="3466155"/>
                    <a:pt x="0" y="3003458"/>
                    <a:pt x="0" y="2432692"/>
                  </a:cubicBezTo>
                  <a:cubicBezTo>
                    <a:pt x="0" y="2004618"/>
                    <a:pt x="299247" y="1637332"/>
                    <a:pt x="725725" y="1480444"/>
                  </a:cubicBezTo>
                  <a:lnTo>
                    <a:pt x="893996" y="1435014"/>
                  </a:lnTo>
                  <a:lnTo>
                    <a:pt x="893996" y="737240"/>
                  </a:lnTo>
                  <a:lnTo>
                    <a:pt x="895634" y="737240"/>
                  </a:lnTo>
                  <a:lnTo>
                    <a:pt x="895634" y="706976"/>
                  </a:lnTo>
                  <a:lnTo>
                    <a:pt x="387169" y="198511"/>
                  </a:lnTo>
                  <a:lnTo>
                    <a:pt x="585680" y="0"/>
                  </a:lnTo>
                  <a:lnTo>
                    <a:pt x="1233195" y="647515"/>
                  </a:lnTo>
                  <a:lnTo>
                    <a:pt x="1229374" y="651336"/>
                  </a:lnTo>
                  <a:lnTo>
                    <a:pt x="1238242" y="656428"/>
                  </a:lnTo>
                  <a:cubicBezTo>
                    <a:pt x="1300701" y="728557"/>
                    <a:pt x="1349442" y="1328382"/>
                    <a:pt x="1349442" y="2057656"/>
                  </a:cubicBezTo>
                  <a:cubicBezTo>
                    <a:pt x="1349442" y="2786930"/>
                    <a:pt x="1300701" y="3386755"/>
                    <a:pt x="1238242" y="3458884"/>
                  </a:cubicBezTo>
                  <a:close/>
                </a:path>
              </a:pathLst>
            </a:custGeom>
            <a:gradFill>
              <a:gsLst>
                <a:gs pos="0">
                  <a:srgbClr val="F77D94">
                    <a:alpha val="0"/>
                  </a:srgbClr>
                </a:gs>
                <a:gs pos="100000">
                  <a:srgbClr val="E02A4E">
                    <a:alpha val="0"/>
                  </a:srgbClr>
                </a:gs>
                <a:gs pos="50000">
                  <a:srgbClr val="E45770"/>
                </a:gs>
              </a:gsLst>
              <a:path path="circle">
                <a:fillToRect l="50000" t="50000" r="50000" b="5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CC2748DE-8105-DE6B-80C7-F1DC12A35CE3}"/>
                </a:ext>
              </a:extLst>
            </p:cNvPr>
            <p:cNvSpPr/>
            <p:nvPr/>
          </p:nvSpPr>
          <p:spPr>
            <a:xfrm rot="13500000">
              <a:off x="1953429" y="2048765"/>
              <a:ext cx="247727" cy="2816999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1618253D-A22E-5D03-CB1C-00159BE69707}"/>
                </a:ext>
              </a:extLst>
            </p:cNvPr>
            <p:cNvSpPr/>
            <p:nvPr/>
          </p:nvSpPr>
          <p:spPr>
            <a:xfrm rot="13500000">
              <a:off x="839100" y="4255349"/>
              <a:ext cx="721659" cy="264160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0F42125-531E-7365-567B-709DB760396D}"/>
              </a:ext>
            </a:extLst>
          </p:cNvPr>
          <p:cNvGrpSpPr/>
          <p:nvPr/>
        </p:nvGrpSpPr>
        <p:grpSpPr>
          <a:xfrm>
            <a:off x="4052919" y="2200193"/>
            <a:ext cx="3466156" cy="2549624"/>
            <a:chOff x="4052919" y="2200193"/>
            <a:chExt cx="3466156" cy="254962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A9E39B0-93C9-DCDE-0287-EF77985633F1}"/>
                </a:ext>
              </a:extLst>
            </p:cNvPr>
            <p:cNvSpPr/>
            <p:nvPr/>
          </p:nvSpPr>
          <p:spPr>
            <a:xfrm rot="13500000">
              <a:off x="4414668" y="2020193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8C0760BA-FBBB-6111-6FA9-20D92BC47E24}"/>
                </a:ext>
              </a:extLst>
            </p:cNvPr>
            <p:cNvSpPr/>
            <p:nvPr/>
          </p:nvSpPr>
          <p:spPr>
            <a:xfrm rot="13500000">
              <a:off x="5111276" y="2342018"/>
              <a:ext cx="1349442" cy="3466156"/>
            </a:xfrm>
            <a:custGeom>
              <a:avLst/>
              <a:gdLst>
                <a:gd name="csX0" fmla="*/ 1238242 w 1349442"/>
                <a:gd name="csY0" fmla="*/ 3458884 h 3466156"/>
                <a:gd name="csX1" fmla="*/ 1225578 w 1349442"/>
                <a:gd name="csY1" fmla="*/ 3466156 h 3466156"/>
                <a:gd name="csX2" fmla="*/ 1224200 w 1349442"/>
                <a:gd name="csY2" fmla="*/ 3464577 h 3466156"/>
                <a:gd name="csX3" fmla="*/ 1188243 w 1349442"/>
                <a:gd name="csY3" fmla="*/ 3466155 h 3466156"/>
                <a:gd name="csX4" fmla="*/ 0 w 1349442"/>
                <a:gd name="csY4" fmla="*/ 2432692 h 3466156"/>
                <a:gd name="csX5" fmla="*/ 725725 w 1349442"/>
                <a:gd name="csY5" fmla="*/ 1480444 h 3466156"/>
                <a:gd name="csX6" fmla="*/ 893996 w 1349442"/>
                <a:gd name="csY6" fmla="*/ 1435014 h 3466156"/>
                <a:gd name="csX7" fmla="*/ 893996 w 1349442"/>
                <a:gd name="csY7" fmla="*/ 737240 h 3466156"/>
                <a:gd name="csX8" fmla="*/ 895634 w 1349442"/>
                <a:gd name="csY8" fmla="*/ 737240 h 3466156"/>
                <a:gd name="csX9" fmla="*/ 895634 w 1349442"/>
                <a:gd name="csY9" fmla="*/ 706976 h 3466156"/>
                <a:gd name="csX10" fmla="*/ 387169 w 1349442"/>
                <a:gd name="csY10" fmla="*/ 198511 h 3466156"/>
                <a:gd name="csX11" fmla="*/ 585680 w 1349442"/>
                <a:gd name="csY11" fmla="*/ 0 h 3466156"/>
                <a:gd name="csX12" fmla="*/ 1233195 w 1349442"/>
                <a:gd name="csY12" fmla="*/ 647515 h 3466156"/>
                <a:gd name="csX13" fmla="*/ 1229374 w 1349442"/>
                <a:gd name="csY13" fmla="*/ 651336 h 3466156"/>
                <a:gd name="csX14" fmla="*/ 1238242 w 1349442"/>
                <a:gd name="csY14" fmla="*/ 656428 h 3466156"/>
                <a:gd name="csX15" fmla="*/ 1349442 w 1349442"/>
                <a:gd name="csY15" fmla="*/ 2057656 h 3466156"/>
                <a:gd name="csX16" fmla="*/ 1238242 w 1349442"/>
                <a:gd name="csY16" fmla="*/ 3458884 h 3466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349442" h="3466156">
                  <a:moveTo>
                    <a:pt x="1238242" y="3458884"/>
                  </a:moveTo>
                  <a:cubicBezTo>
                    <a:pt x="1234078" y="3463692"/>
                    <a:pt x="1229853" y="3466156"/>
                    <a:pt x="1225578" y="3466156"/>
                  </a:cubicBezTo>
                  <a:lnTo>
                    <a:pt x="1224200" y="3464577"/>
                  </a:lnTo>
                  <a:lnTo>
                    <a:pt x="1188243" y="3466155"/>
                  </a:lnTo>
                  <a:cubicBezTo>
                    <a:pt x="531995" y="3466155"/>
                    <a:pt x="0" y="3003458"/>
                    <a:pt x="0" y="2432692"/>
                  </a:cubicBezTo>
                  <a:cubicBezTo>
                    <a:pt x="0" y="2004618"/>
                    <a:pt x="299247" y="1637332"/>
                    <a:pt x="725725" y="1480444"/>
                  </a:cubicBezTo>
                  <a:lnTo>
                    <a:pt x="893996" y="1435014"/>
                  </a:lnTo>
                  <a:lnTo>
                    <a:pt x="893996" y="737240"/>
                  </a:lnTo>
                  <a:lnTo>
                    <a:pt x="895634" y="737240"/>
                  </a:lnTo>
                  <a:lnTo>
                    <a:pt x="895634" y="706976"/>
                  </a:lnTo>
                  <a:lnTo>
                    <a:pt x="387169" y="198511"/>
                  </a:lnTo>
                  <a:lnTo>
                    <a:pt x="585680" y="0"/>
                  </a:lnTo>
                  <a:lnTo>
                    <a:pt x="1233195" y="647515"/>
                  </a:lnTo>
                  <a:lnTo>
                    <a:pt x="1229374" y="651336"/>
                  </a:lnTo>
                  <a:lnTo>
                    <a:pt x="1238242" y="656428"/>
                  </a:lnTo>
                  <a:cubicBezTo>
                    <a:pt x="1300701" y="728557"/>
                    <a:pt x="1349442" y="1328382"/>
                    <a:pt x="1349442" y="2057656"/>
                  </a:cubicBezTo>
                  <a:cubicBezTo>
                    <a:pt x="1349442" y="2786930"/>
                    <a:pt x="1300701" y="3386755"/>
                    <a:pt x="1238242" y="3458884"/>
                  </a:cubicBezTo>
                  <a:close/>
                </a:path>
              </a:pathLst>
            </a:custGeom>
            <a:gradFill>
              <a:gsLst>
                <a:gs pos="0">
                  <a:srgbClr val="779EF1">
                    <a:alpha val="0"/>
                  </a:srgbClr>
                </a:gs>
                <a:gs pos="100000">
                  <a:srgbClr val="2A54D7">
                    <a:alpha val="0"/>
                  </a:srgbClr>
                </a:gs>
                <a:gs pos="50000">
                  <a:srgbClr val="5378DE"/>
                </a:gs>
              </a:gsLst>
              <a:path path="circle">
                <a:fillToRect l="50000" t="50000" r="50000" b="5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B50F1B08-2D13-D563-60CC-1ACCDCBC294A}"/>
                </a:ext>
              </a:extLst>
            </p:cNvPr>
            <p:cNvSpPr/>
            <p:nvPr/>
          </p:nvSpPr>
          <p:spPr>
            <a:xfrm rot="13500000">
              <a:off x="5500931" y="2048766"/>
              <a:ext cx="247727" cy="2816999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E73771C5-55DA-A5C6-EA1E-084EF4CB82EF}"/>
                </a:ext>
              </a:extLst>
            </p:cNvPr>
            <p:cNvSpPr/>
            <p:nvPr/>
          </p:nvSpPr>
          <p:spPr>
            <a:xfrm rot="13500000">
              <a:off x="4386602" y="4255350"/>
              <a:ext cx="721659" cy="264160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45CB098A-0D41-AC95-FC52-0164C4FD88CC}"/>
              </a:ext>
            </a:extLst>
          </p:cNvPr>
          <p:cNvGrpSpPr/>
          <p:nvPr/>
        </p:nvGrpSpPr>
        <p:grpSpPr>
          <a:xfrm>
            <a:off x="7802581" y="2200194"/>
            <a:ext cx="3466156" cy="2549624"/>
            <a:chOff x="7802581" y="2200194"/>
            <a:chExt cx="3466156" cy="2549624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1DE5DEE7-7287-9611-36DB-75347AC006CC}"/>
                </a:ext>
              </a:extLst>
            </p:cNvPr>
            <p:cNvSpPr/>
            <p:nvPr/>
          </p:nvSpPr>
          <p:spPr>
            <a:xfrm rot="13500000">
              <a:off x="8164330" y="2020194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79358251-A946-A741-5335-A723DF437239}"/>
                </a:ext>
              </a:extLst>
            </p:cNvPr>
            <p:cNvSpPr/>
            <p:nvPr/>
          </p:nvSpPr>
          <p:spPr>
            <a:xfrm rot="13500000">
              <a:off x="8860938" y="2342019"/>
              <a:ext cx="1349442" cy="3466156"/>
            </a:xfrm>
            <a:custGeom>
              <a:avLst/>
              <a:gdLst>
                <a:gd name="csX0" fmla="*/ 1238242 w 1349442"/>
                <a:gd name="csY0" fmla="*/ 3458884 h 3466156"/>
                <a:gd name="csX1" fmla="*/ 1225578 w 1349442"/>
                <a:gd name="csY1" fmla="*/ 3466156 h 3466156"/>
                <a:gd name="csX2" fmla="*/ 1224200 w 1349442"/>
                <a:gd name="csY2" fmla="*/ 3464577 h 3466156"/>
                <a:gd name="csX3" fmla="*/ 1188243 w 1349442"/>
                <a:gd name="csY3" fmla="*/ 3466155 h 3466156"/>
                <a:gd name="csX4" fmla="*/ 0 w 1349442"/>
                <a:gd name="csY4" fmla="*/ 2432692 h 3466156"/>
                <a:gd name="csX5" fmla="*/ 725725 w 1349442"/>
                <a:gd name="csY5" fmla="*/ 1480444 h 3466156"/>
                <a:gd name="csX6" fmla="*/ 893996 w 1349442"/>
                <a:gd name="csY6" fmla="*/ 1435014 h 3466156"/>
                <a:gd name="csX7" fmla="*/ 893996 w 1349442"/>
                <a:gd name="csY7" fmla="*/ 737240 h 3466156"/>
                <a:gd name="csX8" fmla="*/ 895634 w 1349442"/>
                <a:gd name="csY8" fmla="*/ 737240 h 3466156"/>
                <a:gd name="csX9" fmla="*/ 895634 w 1349442"/>
                <a:gd name="csY9" fmla="*/ 706976 h 3466156"/>
                <a:gd name="csX10" fmla="*/ 387169 w 1349442"/>
                <a:gd name="csY10" fmla="*/ 198511 h 3466156"/>
                <a:gd name="csX11" fmla="*/ 585680 w 1349442"/>
                <a:gd name="csY11" fmla="*/ 0 h 3466156"/>
                <a:gd name="csX12" fmla="*/ 1233195 w 1349442"/>
                <a:gd name="csY12" fmla="*/ 647515 h 3466156"/>
                <a:gd name="csX13" fmla="*/ 1229374 w 1349442"/>
                <a:gd name="csY13" fmla="*/ 651336 h 3466156"/>
                <a:gd name="csX14" fmla="*/ 1238242 w 1349442"/>
                <a:gd name="csY14" fmla="*/ 656428 h 3466156"/>
                <a:gd name="csX15" fmla="*/ 1349442 w 1349442"/>
                <a:gd name="csY15" fmla="*/ 2057656 h 3466156"/>
                <a:gd name="csX16" fmla="*/ 1238242 w 1349442"/>
                <a:gd name="csY16" fmla="*/ 3458884 h 3466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349442" h="3466156">
                  <a:moveTo>
                    <a:pt x="1238242" y="3458884"/>
                  </a:moveTo>
                  <a:cubicBezTo>
                    <a:pt x="1234078" y="3463692"/>
                    <a:pt x="1229853" y="3466156"/>
                    <a:pt x="1225578" y="3466156"/>
                  </a:cubicBezTo>
                  <a:lnTo>
                    <a:pt x="1224200" y="3464577"/>
                  </a:lnTo>
                  <a:lnTo>
                    <a:pt x="1188243" y="3466155"/>
                  </a:lnTo>
                  <a:cubicBezTo>
                    <a:pt x="531995" y="3466155"/>
                    <a:pt x="0" y="3003458"/>
                    <a:pt x="0" y="2432692"/>
                  </a:cubicBezTo>
                  <a:cubicBezTo>
                    <a:pt x="0" y="2004618"/>
                    <a:pt x="299247" y="1637332"/>
                    <a:pt x="725725" y="1480444"/>
                  </a:cubicBezTo>
                  <a:lnTo>
                    <a:pt x="893996" y="1435014"/>
                  </a:lnTo>
                  <a:lnTo>
                    <a:pt x="893996" y="737240"/>
                  </a:lnTo>
                  <a:lnTo>
                    <a:pt x="895634" y="737240"/>
                  </a:lnTo>
                  <a:lnTo>
                    <a:pt x="895634" y="706976"/>
                  </a:lnTo>
                  <a:lnTo>
                    <a:pt x="387169" y="198511"/>
                  </a:lnTo>
                  <a:lnTo>
                    <a:pt x="585680" y="0"/>
                  </a:lnTo>
                  <a:lnTo>
                    <a:pt x="1233195" y="647515"/>
                  </a:lnTo>
                  <a:lnTo>
                    <a:pt x="1229374" y="651336"/>
                  </a:lnTo>
                  <a:lnTo>
                    <a:pt x="1238242" y="656428"/>
                  </a:lnTo>
                  <a:cubicBezTo>
                    <a:pt x="1300701" y="728557"/>
                    <a:pt x="1349442" y="1328382"/>
                    <a:pt x="1349442" y="2057656"/>
                  </a:cubicBezTo>
                  <a:cubicBezTo>
                    <a:pt x="1349442" y="2786930"/>
                    <a:pt x="1300701" y="3386755"/>
                    <a:pt x="1238242" y="3458884"/>
                  </a:cubicBezTo>
                  <a:close/>
                </a:path>
              </a:pathLst>
            </a:custGeom>
            <a:gradFill>
              <a:gsLst>
                <a:gs pos="0">
                  <a:srgbClr val="A8FF6A">
                    <a:alpha val="0"/>
                  </a:srgbClr>
                </a:gs>
                <a:gs pos="100000">
                  <a:srgbClr val="6ED93F">
                    <a:alpha val="0"/>
                  </a:srgbClr>
                </a:gs>
                <a:gs pos="50000">
                  <a:srgbClr val="83FA4D"/>
                </a:gs>
              </a:gsLst>
              <a:path path="circle">
                <a:fillToRect l="50000" t="50000" r="50000" b="5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A1D3A6CF-C416-DEF3-3D7B-BB0AF6E1614D}"/>
                </a:ext>
              </a:extLst>
            </p:cNvPr>
            <p:cNvSpPr/>
            <p:nvPr/>
          </p:nvSpPr>
          <p:spPr>
            <a:xfrm rot="13500000">
              <a:off x="9250593" y="2048767"/>
              <a:ext cx="247727" cy="2816999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029A8783-9DC5-DEFF-4647-85F36DDDD399}"/>
                </a:ext>
              </a:extLst>
            </p:cNvPr>
            <p:cNvSpPr/>
            <p:nvPr/>
          </p:nvSpPr>
          <p:spPr>
            <a:xfrm rot="13500000">
              <a:off x="8136264" y="4255351"/>
              <a:ext cx="721659" cy="264160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</p:grpSp>
    </p:spTree>
    <p:extLst>
      <p:ext uri="{BB962C8B-B14F-4D97-AF65-F5344CB8AC3E}">
        <p14:creationId xmlns:p14="http://schemas.microsoft.com/office/powerpoint/2010/main" val="28191408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568ED9-3FBB-BF77-7C94-C1DF52FA7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7CA358C-523F-E85A-FFB5-33E464CAA66E}"/>
              </a:ext>
            </a:extLst>
          </p:cNvPr>
          <p:cNvGrpSpPr/>
          <p:nvPr/>
        </p:nvGrpSpPr>
        <p:grpSpPr>
          <a:xfrm>
            <a:off x="505417" y="2200192"/>
            <a:ext cx="3466156" cy="2549624"/>
            <a:chOff x="505417" y="2200192"/>
            <a:chExt cx="3466156" cy="2549624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8B4B207E-48F8-D492-266E-5DEC0A7CF633}"/>
                </a:ext>
              </a:extLst>
            </p:cNvPr>
            <p:cNvSpPr/>
            <p:nvPr/>
          </p:nvSpPr>
          <p:spPr>
            <a:xfrm rot="13500000">
              <a:off x="867166" y="2020192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 dirty="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FC27890-A636-325A-9B5A-A095EC0B186A}"/>
                </a:ext>
              </a:extLst>
            </p:cNvPr>
            <p:cNvSpPr/>
            <p:nvPr/>
          </p:nvSpPr>
          <p:spPr>
            <a:xfrm rot="13500000">
              <a:off x="1563774" y="2342017"/>
              <a:ext cx="1349442" cy="3466156"/>
            </a:xfrm>
            <a:custGeom>
              <a:avLst/>
              <a:gdLst>
                <a:gd name="csX0" fmla="*/ 1238242 w 1349442"/>
                <a:gd name="csY0" fmla="*/ 3458884 h 3466156"/>
                <a:gd name="csX1" fmla="*/ 1225578 w 1349442"/>
                <a:gd name="csY1" fmla="*/ 3466156 h 3466156"/>
                <a:gd name="csX2" fmla="*/ 1224200 w 1349442"/>
                <a:gd name="csY2" fmla="*/ 3464577 h 3466156"/>
                <a:gd name="csX3" fmla="*/ 1188243 w 1349442"/>
                <a:gd name="csY3" fmla="*/ 3466155 h 3466156"/>
                <a:gd name="csX4" fmla="*/ 0 w 1349442"/>
                <a:gd name="csY4" fmla="*/ 2432692 h 3466156"/>
                <a:gd name="csX5" fmla="*/ 725725 w 1349442"/>
                <a:gd name="csY5" fmla="*/ 1480444 h 3466156"/>
                <a:gd name="csX6" fmla="*/ 893996 w 1349442"/>
                <a:gd name="csY6" fmla="*/ 1435014 h 3466156"/>
                <a:gd name="csX7" fmla="*/ 893996 w 1349442"/>
                <a:gd name="csY7" fmla="*/ 737240 h 3466156"/>
                <a:gd name="csX8" fmla="*/ 895634 w 1349442"/>
                <a:gd name="csY8" fmla="*/ 737240 h 3466156"/>
                <a:gd name="csX9" fmla="*/ 895634 w 1349442"/>
                <a:gd name="csY9" fmla="*/ 706976 h 3466156"/>
                <a:gd name="csX10" fmla="*/ 387169 w 1349442"/>
                <a:gd name="csY10" fmla="*/ 198511 h 3466156"/>
                <a:gd name="csX11" fmla="*/ 585680 w 1349442"/>
                <a:gd name="csY11" fmla="*/ 0 h 3466156"/>
                <a:gd name="csX12" fmla="*/ 1233195 w 1349442"/>
                <a:gd name="csY12" fmla="*/ 647515 h 3466156"/>
                <a:gd name="csX13" fmla="*/ 1229374 w 1349442"/>
                <a:gd name="csY13" fmla="*/ 651336 h 3466156"/>
                <a:gd name="csX14" fmla="*/ 1238242 w 1349442"/>
                <a:gd name="csY14" fmla="*/ 656428 h 3466156"/>
                <a:gd name="csX15" fmla="*/ 1349442 w 1349442"/>
                <a:gd name="csY15" fmla="*/ 2057656 h 3466156"/>
                <a:gd name="csX16" fmla="*/ 1238242 w 1349442"/>
                <a:gd name="csY16" fmla="*/ 3458884 h 3466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349442" h="3466156">
                  <a:moveTo>
                    <a:pt x="1238242" y="3458884"/>
                  </a:moveTo>
                  <a:cubicBezTo>
                    <a:pt x="1234078" y="3463692"/>
                    <a:pt x="1229853" y="3466156"/>
                    <a:pt x="1225578" y="3466156"/>
                  </a:cubicBezTo>
                  <a:lnTo>
                    <a:pt x="1224200" y="3464577"/>
                  </a:lnTo>
                  <a:lnTo>
                    <a:pt x="1188243" y="3466155"/>
                  </a:lnTo>
                  <a:cubicBezTo>
                    <a:pt x="531995" y="3466155"/>
                    <a:pt x="0" y="3003458"/>
                    <a:pt x="0" y="2432692"/>
                  </a:cubicBezTo>
                  <a:cubicBezTo>
                    <a:pt x="0" y="2004618"/>
                    <a:pt x="299247" y="1637332"/>
                    <a:pt x="725725" y="1480444"/>
                  </a:cubicBezTo>
                  <a:lnTo>
                    <a:pt x="893996" y="1435014"/>
                  </a:lnTo>
                  <a:lnTo>
                    <a:pt x="893996" y="737240"/>
                  </a:lnTo>
                  <a:lnTo>
                    <a:pt x="895634" y="737240"/>
                  </a:lnTo>
                  <a:lnTo>
                    <a:pt x="895634" y="706976"/>
                  </a:lnTo>
                  <a:lnTo>
                    <a:pt x="387169" y="198511"/>
                  </a:lnTo>
                  <a:lnTo>
                    <a:pt x="585680" y="0"/>
                  </a:lnTo>
                  <a:lnTo>
                    <a:pt x="1233195" y="647515"/>
                  </a:lnTo>
                  <a:lnTo>
                    <a:pt x="1229374" y="651336"/>
                  </a:lnTo>
                  <a:lnTo>
                    <a:pt x="1238242" y="656428"/>
                  </a:lnTo>
                  <a:cubicBezTo>
                    <a:pt x="1300701" y="728557"/>
                    <a:pt x="1349442" y="1328382"/>
                    <a:pt x="1349442" y="2057656"/>
                  </a:cubicBezTo>
                  <a:cubicBezTo>
                    <a:pt x="1349442" y="2786930"/>
                    <a:pt x="1300701" y="3386755"/>
                    <a:pt x="1238242" y="3458884"/>
                  </a:cubicBezTo>
                  <a:close/>
                </a:path>
              </a:pathLst>
            </a:custGeom>
            <a:gradFill>
              <a:gsLst>
                <a:gs pos="0">
                  <a:srgbClr val="FEEA69">
                    <a:alpha val="0"/>
                  </a:srgbClr>
                </a:gs>
                <a:gs pos="100000">
                  <a:srgbClr val="FBD61B">
                    <a:alpha val="0"/>
                  </a:srgbClr>
                </a:gs>
                <a:gs pos="50000">
                  <a:srgbClr val="FADD4C"/>
                </a:gs>
              </a:gsLst>
              <a:path path="circle">
                <a:fillToRect l="50000" t="50000" r="50000" b="5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5DF35C4D-4EB5-0453-CCC8-B1750140BE1E}"/>
                </a:ext>
              </a:extLst>
            </p:cNvPr>
            <p:cNvSpPr/>
            <p:nvPr/>
          </p:nvSpPr>
          <p:spPr>
            <a:xfrm rot="13500000">
              <a:off x="1953429" y="2048765"/>
              <a:ext cx="247727" cy="2816999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3D14A6FD-2DF5-9EDA-C276-D82E5D54A019}"/>
                </a:ext>
              </a:extLst>
            </p:cNvPr>
            <p:cNvSpPr/>
            <p:nvPr/>
          </p:nvSpPr>
          <p:spPr>
            <a:xfrm rot="13500000">
              <a:off x="839100" y="4255349"/>
              <a:ext cx="721659" cy="264160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8AECF21-C424-7DB1-8C2E-88173046B44A}"/>
              </a:ext>
            </a:extLst>
          </p:cNvPr>
          <p:cNvGrpSpPr/>
          <p:nvPr/>
        </p:nvGrpSpPr>
        <p:grpSpPr>
          <a:xfrm>
            <a:off x="4052919" y="2200193"/>
            <a:ext cx="3466156" cy="2549624"/>
            <a:chOff x="4052919" y="2200193"/>
            <a:chExt cx="3466156" cy="254962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D9CF574-4825-69E1-6B03-7DB21AA8A14A}"/>
                </a:ext>
              </a:extLst>
            </p:cNvPr>
            <p:cNvSpPr/>
            <p:nvPr/>
          </p:nvSpPr>
          <p:spPr>
            <a:xfrm rot="13500000">
              <a:off x="4414668" y="2020193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7142ED6-1213-9F3B-E3E6-985DD533C5F3}"/>
                </a:ext>
              </a:extLst>
            </p:cNvPr>
            <p:cNvSpPr/>
            <p:nvPr/>
          </p:nvSpPr>
          <p:spPr>
            <a:xfrm rot="13500000">
              <a:off x="5111276" y="2342018"/>
              <a:ext cx="1349442" cy="3466156"/>
            </a:xfrm>
            <a:custGeom>
              <a:avLst/>
              <a:gdLst>
                <a:gd name="csX0" fmla="*/ 1238242 w 1349442"/>
                <a:gd name="csY0" fmla="*/ 3458884 h 3466156"/>
                <a:gd name="csX1" fmla="*/ 1225578 w 1349442"/>
                <a:gd name="csY1" fmla="*/ 3466156 h 3466156"/>
                <a:gd name="csX2" fmla="*/ 1224200 w 1349442"/>
                <a:gd name="csY2" fmla="*/ 3464577 h 3466156"/>
                <a:gd name="csX3" fmla="*/ 1188243 w 1349442"/>
                <a:gd name="csY3" fmla="*/ 3466155 h 3466156"/>
                <a:gd name="csX4" fmla="*/ 0 w 1349442"/>
                <a:gd name="csY4" fmla="*/ 2432692 h 3466156"/>
                <a:gd name="csX5" fmla="*/ 725725 w 1349442"/>
                <a:gd name="csY5" fmla="*/ 1480444 h 3466156"/>
                <a:gd name="csX6" fmla="*/ 893996 w 1349442"/>
                <a:gd name="csY6" fmla="*/ 1435014 h 3466156"/>
                <a:gd name="csX7" fmla="*/ 893996 w 1349442"/>
                <a:gd name="csY7" fmla="*/ 737240 h 3466156"/>
                <a:gd name="csX8" fmla="*/ 895634 w 1349442"/>
                <a:gd name="csY8" fmla="*/ 737240 h 3466156"/>
                <a:gd name="csX9" fmla="*/ 895634 w 1349442"/>
                <a:gd name="csY9" fmla="*/ 706976 h 3466156"/>
                <a:gd name="csX10" fmla="*/ 387169 w 1349442"/>
                <a:gd name="csY10" fmla="*/ 198511 h 3466156"/>
                <a:gd name="csX11" fmla="*/ 585680 w 1349442"/>
                <a:gd name="csY11" fmla="*/ 0 h 3466156"/>
                <a:gd name="csX12" fmla="*/ 1233195 w 1349442"/>
                <a:gd name="csY12" fmla="*/ 647515 h 3466156"/>
                <a:gd name="csX13" fmla="*/ 1229374 w 1349442"/>
                <a:gd name="csY13" fmla="*/ 651336 h 3466156"/>
                <a:gd name="csX14" fmla="*/ 1238242 w 1349442"/>
                <a:gd name="csY14" fmla="*/ 656428 h 3466156"/>
                <a:gd name="csX15" fmla="*/ 1349442 w 1349442"/>
                <a:gd name="csY15" fmla="*/ 2057656 h 3466156"/>
                <a:gd name="csX16" fmla="*/ 1238242 w 1349442"/>
                <a:gd name="csY16" fmla="*/ 3458884 h 3466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349442" h="3466156">
                  <a:moveTo>
                    <a:pt x="1238242" y="3458884"/>
                  </a:moveTo>
                  <a:cubicBezTo>
                    <a:pt x="1234078" y="3463692"/>
                    <a:pt x="1229853" y="3466156"/>
                    <a:pt x="1225578" y="3466156"/>
                  </a:cubicBezTo>
                  <a:lnTo>
                    <a:pt x="1224200" y="3464577"/>
                  </a:lnTo>
                  <a:lnTo>
                    <a:pt x="1188243" y="3466155"/>
                  </a:lnTo>
                  <a:cubicBezTo>
                    <a:pt x="531995" y="3466155"/>
                    <a:pt x="0" y="3003458"/>
                    <a:pt x="0" y="2432692"/>
                  </a:cubicBezTo>
                  <a:cubicBezTo>
                    <a:pt x="0" y="2004618"/>
                    <a:pt x="299247" y="1637332"/>
                    <a:pt x="725725" y="1480444"/>
                  </a:cubicBezTo>
                  <a:lnTo>
                    <a:pt x="893996" y="1435014"/>
                  </a:lnTo>
                  <a:lnTo>
                    <a:pt x="893996" y="737240"/>
                  </a:lnTo>
                  <a:lnTo>
                    <a:pt x="895634" y="737240"/>
                  </a:lnTo>
                  <a:lnTo>
                    <a:pt x="895634" y="706976"/>
                  </a:lnTo>
                  <a:lnTo>
                    <a:pt x="387169" y="198511"/>
                  </a:lnTo>
                  <a:lnTo>
                    <a:pt x="585680" y="0"/>
                  </a:lnTo>
                  <a:lnTo>
                    <a:pt x="1233195" y="647515"/>
                  </a:lnTo>
                  <a:lnTo>
                    <a:pt x="1229374" y="651336"/>
                  </a:lnTo>
                  <a:lnTo>
                    <a:pt x="1238242" y="656428"/>
                  </a:lnTo>
                  <a:cubicBezTo>
                    <a:pt x="1300701" y="728557"/>
                    <a:pt x="1349442" y="1328382"/>
                    <a:pt x="1349442" y="2057656"/>
                  </a:cubicBezTo>
                  <a:cubicBezTo>
                    <a:pt x="1349442" y="2786930"/>
                    <a:pt x="1300701" y="3386755"/>
                    <a:pt x="1238242" y="3458884"/>
                  </a:cubicBezTo>
                  <a:close/>
                </a:path>
              </a:pathLst>
            </a:custGeom>
            <a:gradFill>
              <a:gsLst>
                <a:gs pos="0">
                  <a:srgbClr val="C7A0D5">
                    <a:alpha val="0"/>
                  </a:srgbClr>
                </a:gs>
                <a:gs pos="100000">
                  <a:srgbClr val="9C5EB6">
                    <a:alpha val="0"/>
                  </a:srgbClr>
                </a:gs>
                <a:gs pos="50000">
                  <a:srgbClr val="AF7EC2"/>
                </a:gs>
              </a:gsLst>
              <a:path path="circle">
                <a:fillToRect l="50000" t="50000" r="50000" b="5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25FB9140-3613-DFDD-B8B7-686B556024B9}"/>
                </a:ext>
              </a:extLst>
            </p:cNvPr>
            <p:cNvSpPr/>
            <p:nvPr/>
          </p:nvSpPr>
          <p:spPr>
            <a:xfrm rot="13500000">
              <a:off x="5500931" y="2048766"/>
              <a:ext cx="247727" cy="2816999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8537412-A8D4-A3FF-F7D7-C53513C61523}"/>
                </a:ext>
              </a:extLst>
            </p:cNvPr>
            <p:cNvSpPr/>
            <p:nvPr/>
          </p:nvSpPr>
          <p:spPr>
            <a:xfrm rot="13500000">
              <a:off x="4386602" y="4255350"/>
              <a:ext cx="721659" cy="264160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AE74D94-E7DC-F257-78ED-B2E2543323C2}"/>
              </a:ext>
            </a:extLst>
          </p:cNvPr>
          <p:cNvGrpSpPr/>
          <p:nvPr/>
        </p:nvGrpSpPr>
        <p:grpSpPr>
          <a:xfrm>
            <a:off x="7802581" y="2200194"/>
            <a:ext cx="3466156" cy="2549624"/>
            <a:chOff x="7802581" y="2200194"/>
            <a:chExt cx="3466156" cy="2549624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D3C8779-1828-8035-D48E-E38571EF7425}"/>
                </a:ext>
              </a:extLst>
            </p:cNvPr>
            <p:cNvSpPr/>
            <p:nvPr/>
          </p:nvSpPr>
          <p:spPr>
            <a:xfrm rot="13500000">
              <a:off x="8164330" y="2020194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B04DA18-A1B6-0F1E-1952-0195AEC484C2}"/>
                </a:ext>
              </a:extLst>
            </p:cNvPr>
            <p:cNvSpPr/>
            <p:nvPr/>
          </p:nvSpPr>
          <p:spPr>
            <a:xfrm rot="13500000">
              <a:off x="8860938" y="2342019"/>
              <a:ext cx="1349442" cy="3466156"/>
            </a:xfrm>
            <a:custGeom>
              <a:avLst/>
              <a:gdLst>
                <a:gd name="csX0" fmla="*/ 1238242 w 1349442"/>
                <a:gd name="csY0" fmla="*/ 3458884 h 3466156"/>
                <a:gd name="csX1" fmla="*/ 1225578 w 1349442"/>
                <a:gd name="csY1" fmla="*/ 3466156 h 3466156"/>
                <a:gd name="csX2" fmla="*/ 1224200 w 1349442"/>
                <a:gd name="csY2" fmla="*/ 3464577 h 3466156"/>
                <a:gd name="csX3" fmla="*/ 1188243 w 1349442"/>
                <a:gd name="csY3" fmla="*/ 3466155 h 3466156"/>
                <a:gd name="csX4" fmla="*/ 0 w 1349442"/>
                <a:gd name="csY4" fmla="*/ 2432692 h 3466156"/>
                <a:gd name="csX5" fmla="*/ 725725 w 1349442"/>
                <a:gd name="csY5" fmla="*/ 1480444 h 3466156"/>
                <a:gd name="csX6" fmla="*/ 893996 w 1349442"/>
                <a:gd name="csY6" fmla="*/ 1435014 h 3466156"/>
                <a:gd name="csX7" fmla="*/ 893996 w 1349442"/>
                <a:gd name="csY7" fmla="*/ 737240 h 3466156"/>
                <a:gd name="csX8" fmla="*/ 895634 w 1349442"/>
                <a:gd name="csY8" fmla="*/ 737240 h 3466156"/>
                <a:gd name="csX9" fmla="*/ 895634 w 1349442"/>
                <a:gd name="csY9" fmla="*/ 706976 h 3466156"/>
                <a:gd name="csX10" fmla="*/ 387169 w 1349442"/>
                <a:gd name="csY10" fmla="*/ 198511 h 3466156"/>
                <a:gd name="csX11" fmla="*/ 585680 w 1349442"/>
                <a:gd name="csY11" fmla="*/ 0 h 3466156"/>
                <a:gd name="csX12" fmla="*/ 1233195 w 1349442"/>
                <a:gd name="csY12" fmla="*/ 647515 h 3466156"/>
                <a:gd name="csX13" fmla="*/ 1229374 w 1349442"/>
                <a:gd name="csY13" fmla="*/ 651336 h 3466156"/>
                <a:gd name="csX14" fmla="*/ 1238242 w 1349442"/>
                <a:gd name="csY14" fmla="*/ 656428 h 3466156"/>
                <a:gd name="csX15" fmla="*/ 1349442 w 1349442"/>
                <a:gd name="csY15" fmla="*/ 2057656 h 3466156"/>
                <a:gd name="csX16" fmla="*/ 1238242 w 1349442"/>
                <a:gd name="csY16" fmla="*/ 3458884 h 3466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349442" h="3466156">
                  <a:moveTo>
                    <a:pt x="1238242" y="3458884"/>
                  </a:moveTo>
                  <a:cubicBezTo>
                    <a:pt x="1234078" y="3463692"/>
                    <a:pt x="1229853" y="3466156"/>
                    <a:pt x="1225578" y="3466156"/>
                  </a:cubicBezTo>
                  <a:lnTo>
                    <a:pt x="1224200" y="3464577"/>
                  </a:lnTo>
                  <a:lnTo>
                    <a:pt x="1188243" y="3466155"/>
                  </a:lnTo>
                  <a:cubicBezTo>
                    <a:pt x="531995" y="3466155"/>
                    <a:pt x="0" y="3003458"/>
                    <a:pt x="0" y="2432692"/>
                  </a:cubicBezTo>
                  <a:cubicBezTo>
                    <a:pt x="0" y="2004618"/>
                    <a:pt x="299247" y="1637332"/>
                    <a:pt x="725725" y="1480444"/>
                  </a:cubicBezTo>
                  <a:lnTo>
                    <a:pt x="893996" y="1435014"/>
                  </a:lnTo>
                  <a:lnTo>
                    <a:pt x="893996" y="737240"/>
                  </a:lnTo>
                  <a:lnTo>
                    <a:pt x="895634" y="737240"/>
                  </a:lnTo>
                  <a:lnTo>
                    <a:pt x="895634" y="706976"/>
                  </a:lnTo>
                  <a:lnTo>
                    <a:pt x="387169" y="198511"/>
                  </a:lnTo>
                  <a:lnTo>
                    <a:pt x="585680" y="0"/>
                  </a:lnTo>
                  <a:lnTo>
                    <a:pt x="1233195" y="647515"/>
                  </a:lnTo>
                  <a:lnTo>
                    <a:pt x="1229374" y="651336"/>
                  </a:lnTo>
                  <a:lnTo>
                    <a:pt x="1238242" y="656428"/>
                  </a:lnTo>
                  <a:cubicBezTo>
                    <a:pt x="1300701" y="728557"/>
                    <a:pt x="1349442" y="1328382"/>
                    <a:pt x="1349442" y="2057656"/>
                  </a:cubicBezTo>
                  <a:cubicBezTo>
                    <a:pt x="1349442" y="2786930"/>
                    <a:pt x="1300701" y="3386755"/>
                    <a:pt x="1238242" y="3458884"/>
                  </a:cubicBezTo>
                  <a:close/>
                </a:path>
              </a:pathLst>
            </a:custGeom>
            <a:gradFill>
              <a:gsLst>
                <a:gs pos="0">
                  <a:srgbClr val="FFA45D">
                    <a:alpha val="0"/>
                  </a:srgbClr>
                </a:gs>
                <a:gs pos="100000">
                  <a:srgbClr val="FB6D18">
                    <a:alpha val="0"/>
                  </a:srgbClr>
                </a:gs>
                <a:gs pos="50000">
                  <a:srgbClr val="FA8740"/>
                </a:gs>
              </a:gsLst>
              <a:path path="circle">
                <a:fillToRect l="50000" t="50000" r="50000" b="5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1A4B2877-A69F-F191-DDEB-94DFA297A730}"/>
                </a:ext>
              </a:extLst>
            </p:cNvPr>
            <p:cNvSpPr/>
            <p:nvPr/>
          </p:nvSpPr>
          <p:spPr>
            <a:xfrm rot="13500000">
              <a:off x="9250593" y="2048767"/>
              <a:ext cx="247727" cy="2816999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0320B6E7-FC00-542F-2E68-4FDFF587F2CF}"/>
                </a:ext>
              </a:extLst>
            </p:cNvPr>
            <p:cNvSpPr/>
            <p:nvPr/>
          </p:nvSpPr>
          <p:spPr>
            <a:xfrm rot="13500000">
              <a:off x="8136264" y="4255351"/>
              <a:ext cx="721659" cy="264160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</p:grpSp>
    </p:spTree>
    <p:extLst>
      <p:ext uri="{BB962C8B-B14F-4D97-AF65-F5344CB8AC3E}">
        <p14:creationId xmlns:p14="http://schemas.microsoft.com/office/powerpoint/2010/main" val="14353165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5B08FF-9107-12AB-92F5-F2B1237EB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62F7803B-AA75-8246-DDAF-C35DE03FDBEF}"/>
              </a:ext>
            </a:extLst>
          </p:cNvPr>
          <p:cNvGrpSpPr/>
          <p:nvPr/>
        </p:nvGrpSpPr>
        <p:grpSpPr>
          <a:xfrm>
            <a:off x="-30508" y="3280527"/>
            <a:ext cx="3466156" cy="2549624"/>
            <a:chOff x="-30508" y="3280527"/>
            <a:chExt cx="3466156" cy="2549624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407FCBE-9989-0305-8E6C-709690F38B10}"/>
                </a:ext>
              </a:extLst>
            </p:cNvPr>
            <p:cNvSpPr/>
            <p:nvPr/>
          </p:nvSpPr>
          <p:spPr>
            <a:xfrm rot="13500000">
              <a:off x="331241" y="3100527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 dirty="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B777578-BD66-E42A-61EA-10A1E05528A9}"/>
                </a:ext>
              </a:extLst>
            </p:cNvPr>
            <p:cNvSpPr/>
            <p:nvPr/>
          </p:nvSpPr>
          <p:spPr>
            <a:xfrm rot="13500000">
              <a:off x="1027849" y="3422352"/>
              <a:ext cx="1349442" cy="3466156"/>
            </a:xfrm>
            <a:custGeom>
              <a:avLst/>
              <a:gdLst>
                <a:gd name="csX0" fmla="*/ 1238242 w 1349442"/>
                <a:gd name="csY0" fmla="*/ 3458884 h 3466156"/>
                <a:gd name="csX1" fmla="*/ 1225578 w 1349442"/>
                <a:gd name="csY1" fmla="*/ 3466156 h 3466156"/>
                <a:gd name="csX2" fmla="*/ 1224200 w 1349442"/>
                <a:gd name="csY2" fmla="*/ 3464577 h 3466156"/>
                <a:gd name="csX3" fmla="*/ 1188243 w 1349442"/>
                <a:gd name="csY3" fmla="*/ 3466155 h 3466156"/>
                <a:gd name="csX4" fmla="*/ 0 w 1349442"/>
                <a:gd name="csY4" fmla="*/ 2432692 h 3466156"/>
                <a:gd name="csX5" fmla="*/ 725725 w 1349442"/>
                <a:gd name="csY5" fmla="*/ 1480444 h 3466156"/>
                <a:gd name="csX6" fmla="*/ 893996 w 1349442"/>
                <a:gd name="csY6" fmla="*/ 1435014 h 3466156"/>
                <a:gd name="csX7" fmla="*/ 893996 w 1349442"/>
                <a:gd name="csY7" fmla="*/ 737240 h 3466156"/>
                <a:gd name="csX8" fmla="*/ 895634 w 1349442"/>
                <a:gd name="csY8" fmla="*/ 737240 h 3466156"/>
                <a:gd name="csX9" fmla="*/ 895634 w 1349442"/>
                <a:gd name="csY9" fmla="*/ 706976 h 3466156"/>
                <a:gd name="csX10" fmla="*/ 387169 w 1349442"/>
                <a:gd name="csY10" fmla="*/ 198511 h 3466156"/>
                <a:gd name="csX11" fmla="*/ 585680 w 1349442"/>
                <a:gd name="csY11" fmla="*/ 0 h 3466156"/>
                <a:gd name="csX12" fmla="*/ 1233195 w 1349442"/>
                <a:gd name="csY12" fmla="*/ 647515 h 3466156"/>
                <a:gd name="csX13" fmla="*/ 1229374 w 1349442"/>
                <a:gd name="csY13" fmla="*/ 651336 h 3466156"/>
                <a:gd name="csX14" fmla="*/ 1238242 w 1349442"/>
                <a:gd name="csY14" fmla="*/ 656428 h 3466156"/>
                <a:gd name="csX15" fmla="*/ 1349442 w 1349442"/>
                <a:gd name="csY15" fmla="*/ 2057656 h 3466156"/>
                <a:gd name="csX16" fmla="*/ 1238242 w 1349442"/>
                <a:gd name="csY16" fmla="*/ 3458884 h 3466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349442" h="3466156">
                  <a:moveTo>
                    <a:pt x="1238242" y="3458884"/>
                  </a:moveTo>
                  <a:cubicBezTo>
                    <a:pt x="1234078" y="3463692"/>
                    <a:pt x="1229853" y="3466156"/>
                    <a:pt x="1225578" y="3466156"/>
                  </a:cubicBezTo>
                  <a:lnTo>
                    <a:pt x="1224200" y="3464577"/>
                  </a:lnTo>
                  <a:lnTo>
                    <a:pt x="1188243" y="3466155"/>
                  </a:lnTo>
                  <a:cubicBezTo>
                    <a:pt x="531995" y="3466155"/>
                    <a:pt x="0" y="3003458"/>
                    <a:pt x="0" y="2432692"/>
                  </a:cubicBezTo>
                  <a:cubicBezTo>
                    <a:pt x="0" y="2004618"/>
                    <a:pt x="299247" y="1637332"/>
                    <a:pt x="725725" y="1480444"/>
                  </a:cubicBezTo>
                  <a:lnTo>
                    <a:pt x="893996" y="1435014"/>
                  </a:lnTo>
                  <a:lnTo>
                    <a:pt x="893996" y="737240"/>
                  </a:lnTo>
                  <a:lnTo>
                    <a:pt x="895634" y="737240"/>
                  </a:lnTo>
                  <a:lnTo>
                    <a:pt x="895634" y="706976"/>
                  </a:lnTo>
                  <a:lnTo>
                    <a:pt x="387169" y="198511"/>
                  </a:lnTo>
                  <a:lnTo>
                    <a:pt x="585680" y="0"/>
                  </a:lnTo>
                  <a:lnTo>
                    <a:pt x="1233195" y="647515"/>
                  </a:lnTo>
                  <a:lnTo>
                    <a:pt x="1229374" y="651336"/>
                  </a:lnTo>
                  <a:lnTo>
                    <a:pt x="1238242" y="656428"/>
                  </a:lnTo>
                  <a:cubicBezTo>
                    <a:pt x="1300701" y="728557"/>
                    <a:pt x="1349442" y="1328382"/>
                    <a:pt x="1349442" y="2057656"/>
                  </a:cubicBezTo>
                  <a:cubicBezTo>
                    <a:pt x="1349442" y="2786930"/>
                    <a:pt x="1300701" y="3386755"/>
                    <a:pt x="1238242" y="3458884"/>
                  </a:cubicBezTo>
                  <a:close/>
                </a:path>
              </a:pathLst>
            </a:custGeom>
            <a:gradFill>
              <a:gsLst>
                <a:gs pos="0">
                  <a:srgbClr val="3BB486">
                    <a:alpha val="0"/>
                  </a:srgbClr>
                </a:gs>
                <a:gs pos="100000">
                  <a:srgbClr val="13834D">
                    <a:alpha val="0"/>
                  </a:srgbClr>
                </a:gs>
                <a:gs pos="50000">
                  <a:srgbClr val="299B6B"/>
                </a:gs>
              </a:gsLst>
              <a:path path="circle">
                <a:fillToRect l="50000" t="50000" r="50000" b="5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D619D497-0543-E2A0-1DA2-A472C5FCF407}"/>
                </a:ext>
              </a:extLst>
            </p:cNvPr>
            <p:cNvSpPr/>
            <p:nvPr/>
          </p:nvSpPr>
          <p:spPr>
            <a:xfrm rot="13500000">
              <a:off x="1417504" y="3129100"/>
              <a:ext cx="247727" cy="2816999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A1A38ECD-8640-13CA-3F83-BCC19C3781DB}"/>
                </a:ext>
              </a:extLst>
            </p:cNvPr>
            <p:cNvSpPr/>
            <p:nvPr/>
          </p:nvSpPr>
          <p:spPr>
            <a:xfrm rot="13500000">
              <a:off x="303175" y="5335684"/>
              <a:ext cx="721659" cy="264160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6B879DE-FE90-CE11-22F2-C85B42A8A714}"/>
              </a:ext>
            </a:extLst>
          </p:cNvPr>
          <p:cNvGrpSpPr/>
          <p:nvPr/>
        </p:nvGrpSpPr>
        <p:grpSpPr>
          <a:xfrm>
            <a:off x="3294178" y="3244321"/>
            <a:ext cx="3466156" cy="2549624"/>
            <a:chOff x="3294178" y="3244321"/>
            <a:chExt cx="3466156" cy="254962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25FB64C-E189-B562-255D-8BFDA3E84DB4}"/>
                </a:ext>
              </a:extLst>
            </p:cNvPr>
            <p:cNvSpPr/>
            <p:nvPr/>
          </p:nvSpPr>
          <p:spPr>
            <a:xfrm rot="13500000">
              <a:off x="3655927" y="3064321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055B8ED-4707-AE2D-4E92-687E1E47AFE9}"/>
                </a:ext>
              </a:extLst>
            </p:cNvPr>
            <p:cNvSpPr/>
            <p:nvPr/>
          </p:nvSpPr>
          <p:spPr>
            <a:xfrm rot="13500000">
              <a:off x="4352535" y="3386146"/>
              <a:ext cx="1349442" cy="3466156"/>
            </a:xfrm>
            <a:custGeom>
              <a:avLst/>
              <a:gdLst>
                <a:gd name="csX0" fmla="*/ 1238242 w 1349442"/>
                <a:gd name="csY0" fmla="*/ 3458884 h 3466156"/>
                <a:gd name="csX1" fmla="*/ 1225578 w 1349442"/>
                <a:gd name="csY1" fmla="*/ 3466156 h 3466156"/>
                <a:gd name="csX2" fmla="*/ 1224200 w 1349442"/>
                <a:gd name="csY2" fmla="*/ 3464577 h 3466156"/>
                <a:gd name="csX3" fmla="*/ 1188243 w 1349442"/>
                <a:gd name="csY3" fmla="*/ 3466155 h 3466156"/>
                <a:gd name="csX4" fmla="*/ 0 w 1349442"/>
                <a:gd name="csY4" fmla="*/ 2432692 h 3466156"/>
                <a:gd name="csX5" fmla="*/ 725725 w 1349442"/>
                <a:gd name="csY5" fmla="*/ 1480444 h 3466156"/>
                <a:gd name="csX6" fmla="*/ 893996 w 1349442"/>
                <a:gd name="csY6" fmla="*/ 1435014 h 3466156"/>
                <a:gd name="csX7" fmla="*/ 893996 w 1349442"/>
                <a:gd name="csY7" fmla="*/ 737240 h 3466156"/>
                <a:gd name="csX8" fmla="*/ 895634 w 1349442"/>
                <a:gd name="csY8" fmla="*/ 737240 h 3466156"/>
                <a:gd name="csX9" fmla="*/ 895634 w 1349442"/>
                <a:gd name="csY9" fmla="*/ 706976 h 3466156"/>
                <a:gd name="csX10" fmla="*/ 387169 w 1349442"/>
                <a:gd name="csY10" fmla="*/ 198511 h 3466156"/>
                <a:gd name="csX11" fmla="*/ 585680 w 1349442"/>
                <a:gd name="csY11" fmla="*/ 0 h 3466156"/>
                <a:gd name="csX12" fmla="*/ 1233195 w 1349442"/>
                <a:gd name="csY12" fmla="*/ 647515 h 3466156"/>
                <a:gd name="csX13" fmla="*/ 1229374 w 1349442"/>
                <a:gd name="csY13" fmla="*/ 651336 h 3466156"/>
                <a:gd name="csX14" fmla="*/ 1238242 w 1349442"/>
                <a:gd name="csY14" fmla="*/ 656428 h 3466156"/>
                <a:gd name="csX15" fmla="*/ 1349442 w 1349442"/>
                <a:gd name="csY15" fmla="*/ 2057656 h 3466156"/>
                <a:gd name="csX16" fmla="*/ 1238242 w 1349442"/>
                <a:gd name="csY16" fmla="*/ 3458884 h 3466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349442" h="3466156">
                  <a:moveTo>
                    <a:pt x="1238242" y="3458884"/>
                  </a:moveTo>
                  <a:cubicBezTo>
                    <a:pt x="1234078" y="3463692"/>
                    <a:pt x="1229853" y="3466156"/>
                    <a:pt x="1225578" y="3466156"/>
                  </a:cubicBezTo>
                  <a:lnTo>
                    <a:pt x="1224200" y="3464577"/>
                  </a:lnTo>
                  <a:lnTo>
                    <a:pt x="1188243" y="3466155"/>
                  </a:lnTo>
                  <a:cubicBezTo>
                    <a:pt x="531995" y="3466155"/>
                    <a:pt x="0" y="3003458"/>
                    <a:pt x="0" y="2432692"/>
                  </a:cubicBezTo>
                  <a:cubicBezTo>
                    <a:pt x="0" y="2004618"/>
                    <a:pt x="299247" y="1637332"/>
                    <a:pt x="725725" y="1480444"/>
                  </a:cubicBezTo>
                  <a:lnTo>
                    <a:pt x="893996" y="1435014"/>
                  </a:lnTo>
                  <a:lnTo>
                    <a:pt x="893996" y="737240"/>
                  </a:lnTo>
                  <a:lnTo>
                    <a:pt x="895634" y="737240"/>
                  </a:lnTo>
                  <a:lnTo>
                    <a:pt x="895634" y="706976"/>
                  </a:lnTo>
                  <a:lnTo>
                    <a:pt x="387169" y="198511"/>
                  </a:lnTo>
                  <a:lnTo>
                    <a:pt x="585680" y="0"/>
                  </a:lnTo>
                  <a:lnTo>
                    <a:pt x="1233195" y="647515"/>
                  </a:lnTo>
                  <a:lnTo>
                    <a:pt x="1229374" y="651336"/>
                  </a:lnTo>
                  <a:lnTo>
                    <a:pt x="1238242" y="656428"/>
                  </a:lnTo>
                  <a:cubicBezTo>
                    <a:pt x="1300701" y="728557"/>
                    <a:pt x="1349442" y="1328382"/>
                    <a:pt x="1349442" y="2057656"/>
                  </a:cubicBezTo>
                  <a:cubicBezTo>
                    <a:pt x="1349442" y="2786930"/>
                    <a:pt x="1300701" y="3386755"/>
                    <a:pt x="1238242" y="3458884"/>
                  </a:cubicBezTo>
                  <a:close/>
                </a:path>
              </a:pathLst>
            </a:custGeom>
            <a:gradFill>
              <a:gsLst>
                <a:gs pos="0">
                  <a:srgbClr val="FFA2D4">
                    <a:alpha val="0"/>
                  </a:srgbClr>
                </a:gs>
                <a:gs pos="100000">
                  <a:srgbClr val="FB6DB3">
                    <a:alpha val="0"/>
                  </a:srgbClr>
                </a:gs>
                <a:gs pos="50000">
                  <a:srgbClr val="FA85BF"/>
                </a:gs>
              </a:gsLst>
              <a:path path="circle">
                <a:fillToRect l="50000" t="50000" r="50000" b="5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ADA90468-0394-7366-867F-D6A5C135D335}"/>
                </a:ext>
              </a:extLst>
            </p:cNvPr>
            <p:cNvSpPr/>
            <p:nvPr/>
          </p:nvSpPr>
          <p:spPr>
            <a:xfrm rot="13500000">
              <a:off x="4742190" y="3092894"/>
              <a:ext cx="247727" cy="2816999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11FA8DE4-2541-4F3E-8B7D-F50FD8FAEFA3}"/>
                </a:ext>
              </a:extLst>
            </p:cNvPr>
            <p:cNvSpPr/>
            <p:nvPr/>
          </p:nvSpPr>
          <p:spPr>
            <a:xfrm rot="13500000">
              <a:off x="3627861" y="5299478"/>
              <a:ext cx="721659" cy="264160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5BED67EC-FC18-3826-D59B-51D219D1324E}"/>
              </a:ext>
            </a:extLst>
          </p:cNvPr>
          <p:cNvGrpSpPr/>
          <p:nvPr/>
        </p:nvGrpSpPr>
        <p:grpSpPr>
          <a:xfrm>
            <a:off x="8923458" y="3094930"/>
            <a:ext cx="3466156" cy="2549624"/>
            <a:chOff x="8923458" y="3094930"/>
            <a:chExt cx="3466156" cy="2549624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494F0AE-2B3E-EB52-FBA7-B9E6619ECF5F}"/>
                </a:ext>
              </a:extLst>
            </p:cNvPr>
            <p:cNvSpPr/>
            <p:nvPr/>
          </p:nvSpPr>
          <p:spPr>
            <a:xfrm rot="13500000">
              <a:off x="9285207" y="2914930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A4DF49E9-10FE-1CB3-A77B-3AA688639AB6}"/>
                </a:ext>
              </a:extLst>
            </p:cNvPr>
            <p:cNvSpPr/>
            <p:nvPr/>
          </p:nvSpPr>
          <p:spPr>
            <a:xfrm rot="13500000">
              <a:off x="9981815" y="3236755"/>
              <a:ext cx="1349442" cy="3466156"/>
            </a:xfrm>
            <a:custGeom>
              <a:avLst/>
              <a:gdLst>
                <a:gd name="csX0" fmla="*/ 1238242 w 1349442"/>
                <a:gd name="csY0" fmla="*/ 3458884 h 3466156"/>
                <a:gd name="csX1" fmla="*/ 1225578 w 1349442"/>
                <a:gd name="csY1" fmla="*/ 3466156 h 3466156"/>
                <a:gd name="csX2" fmla="*/ 1224200 w 1349442"/>
                <a:gd name="csY2" fmla="*/ 3464577 h 3466156"/>
                <a:gd name="csX3" fmla="*/ 1188243 w 1349442"/>
                <a:gd name="csY3" fmla="*/ 3466155 h 3466156"/>
                <a:gd name="csX4" fmla="*/ 0 w 1349442"/>
                <a:gd name="csY4" fmla="*/ 2432692 h 3466156"/>
                <a:gd name="csX5" fmla="*/ 725725 w 1349442"/>
                <a:gd name="csY5" fmla="*/ 1480444 h 3466156"/>
                <a:gd name="csX6" fmla="*/ 893996 w 1349442"/>
                <a:gd name="csY6" fmla="*/ 1435014 h 3466156"/>
                <a:gd name="csX7" fmla="*/ 893996 w 1349442"/>
                <a:gd name="csY7" fmla="*/ 737240 h 3466156"/>
                <a:gd name="csX8" fmla="*/ 895634 w 1349442"/>
                <a:gd name="csY8" fmla="*/ 737240 h 3466156"/>
                <a:gd name="csX9" fmla="*/ 895634 w 1349442"/>
                <a:gd name="csY9" fmla="*/ 706976 h 3466156"/>
                <a:gd name="csX10" fmla="*/ 387169 w 1349442"/>
                <a:gd name="csY10" fmla="*/ 198511 h 3466156"/>
                <a:gd name="csX11" fmla="*/ 585680 w 1349442"/>
                <a:gd name="csY11" fmla="*/ 0 h 3466156"/>
                <a:gd name="csX12" fmla="*/ 1233195 w 1349442"/>
                <a:gd name="csY12" fmla="*/ 647515 h 3466156"/>
                <a:gd name="csX13" fmla="*/ 1229374 w 1349442"/>
                <a:gd name="csY13" fmla="*/ 651336 h 3466156"/>
                <a:gd name="csX14" fmla="*/ 1238242 w 1349442"/>
                <a:gd name="csY14" fmla="*/ 656428 h 3466156"/>
                <a:gd name="csX15" fmla="*/ 1349442 w 1349442"/>
                <a:gd name="csY15" fmla="*/ 2057656 h 3466156"/>
                <a:gd name="csX16" fmla="*/ 1238242 w 1349442"/>
                <a:gd name="csY16" fmla="*/ 3458884 h 3466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349442" h="3466156">
                  <a:moveTo>
                    <a:pt x="1238242" y="3458884"/>
                  </a:moveTo>
                  <a:cubicBezTo>
                    <a:pt x="1234078" y="3463692"/>
                    <a:pt x="1229853" y="3466156"/>
                    <a:pt x="1225578" y="3466156"/>
                  </a:cubicBezTo>
                  <a:lnTo>
                    <a:pt x="1224200" y="3464577"/>
                  </a:lnTo>
                  <a:lnTo>
                    <a:pt x="1188243" y="3466155"/>
                  </a:lnTo>
                  <a:cubicBezTo>
                    <a:pt x="531995" y="3466155"/>
                    <a:pt x="0" y="3003458"/>
                    <a:pt x="0" y="2432692"/>
                  </a:cubicBezTo>
                  <a:cubicBezTo>
                    <a:pt x="0" y="2004618"/>
                    <a:pt x="299247" y="1637332"/>
                    <a:pt x="725725" y="1480444"/>
                  </a:cubicBezTo>
                  <a:lnTo>
                    <a:pt x="893996" y="1435014"/>
                  </a:lnTo>
                  <a:lnTo>
                    <a:pt x="893996" y="737240"/>
                  </a:lnTo>
                  <a:lnTo>
                    <a:pt x="895634" y="737240"/>
                  </a:lnTo>
                  <a:lnTo>
                    <a:pt x="895634" y="706976"/>
                  </a:lnTo>
                  <a:lnTo>
                    <a:pt x="387169" y="198511"/>
                  </a:lnTo>
                  <a:lnTo>
                    <a:pt x="585680" y="0"/>
                  </a:lnTo>
                  <a:lnTo>
                    <a:pt x="1233195" y="647515"/>
                  </a:lnTo>
                  <a:lnTo>
                    <a:pt x="1229374" y="651336"/>
                  </a:lnTo>
                  <a:lnTo>
                    <a:pt x="1238242" y="656428"/>
                  </a:lnTo>
                  <a:cubicBezTo>
                    <a:pt x="1300701" y="728557"/>
                    <a:pt x="1349442" y="1328382"/>
                    <a:pt x="1349442" y="2057656"/>
                  </a:cubicBezTo>
                  <a:cubicBezTo>
                    <a:pt x="1349442" y="2786930"/>
                    <a:pt x="1300701" y="3386755"/>
                    <a:pt x="1238242" y="3458884"/>
                  </a:cubicBezTo>
                  <a:close/>
                </a:path>
              </a:pathLst>
            </a:custGeom>
            <a:gradFill>
              <a:gsLst>
                <a:gs pos="0">
                  <a:srgbClr val="8FDBFF">
                    <a:alpha val="0"/>
                  </a:srgbClr>
                </a:gs>
                <a:gs pos="100000">
                  <a:srgbClr val="41BDF6">
                    <a:alpha val="0"/>
                  </a:srgbClr>
                </a:gs>
                <a:gs pos="50000">
                  <a:srgbClr val="71CBF7"/>
                </a:gs>
              </a:gsLst>
              <a:path path="circle">
                <a:fillToRect l="50000" t="50000" r="50000" b="5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D211D3AA-8962-F3FB-6E98-8B554DC0DF0A}"/>
                </a:ext>
              </a:extLst>
            </p:cNvPr>
            <p:cNvSpPr/>
            <p:nvPr/>
          </p:nvSpPr>
          <p:spPr>
            <a:xfrm rot="13500000">
              <a:off x="10371470" y="2943503"/>
              <a:ext cx="247727" cy="2816999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E21FC899-EF96-8154-CDE9-1035A5582132}"/>
                </a:ext>
              </a:extLst>
            </p:cNvPr>
            <p:cNvSpPr/>
            <p:nvPr/>
          </p:nvSpPr>
          <p:spPr>
            <a:xfrm rot="13500000">
              <a:off x="9257141" y="5150087"/>
              <a:ext cx="721659" cy="264160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D259E27-7E75-EB55-4011-8BC8D2A87F53}"/>
              </a:ext>
            </a:extLst>
          </p:cNvPr>
          <p:cNvGrpSpPr/>
          <p:nvPr/>
        </p:nvGrpSpPr>
        <p:grpSpPr>
          <a:xfrm>
            <a:off x="6426764" y="421549"/>
            <a:ext cx="3466156" cy="2549624"/>
            <a:chOff x="6426764" y="421549"/>
            <a:chExt cx="3466156" cy="2549624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C145536-9195-321C-7BBE-FCD70A281FD4}"/>
                </a:ext>
              </a:extLst>
            </p:cNvPr>
            <p:cNvGrpSpPr/>
            <p:nvPr/>
          </p:nvGrpSpPr>
          <p:grpSpPr>
            <a:xfrm>
              <a:off x="6426764" y="421549"/>
              <a:ext cx="3466156" cy="2549624"/>
              <a:chOff x="6426764" y="421549"/>
              <a:chExt cx="3466156" cy="2549624"/>
            </a:xfrm>
          </p:grpSpPr>
          <p:sp>
            <p:nvSpPr>
              <p:cNvPr id="2" name="Freeform: Shape 1">
                <a:extLst>
                  <a:ext uri="{FF2B5EF4-FFF2-40B4-BE49-F238E27FC236}">
                    <a16:creationId xmlns:a16="http://schemas.microsoft.com/office/drawing/2014/main" id="{23FC55AC-B7ED-B633-A645-91BB4EA7AC4E}"/>
                  </a:ext>
                </a:extLst>
              </p:cNvPr>
              <p:cNvSpPr/>
              <p:nvPr/>
            </p:nvSpPr>
            <p:spPr>
              <a:xfrm rot="13500000">
                <a:off x="6788513" y="241549"/>
                <a:ext cx="2520000" cy="2880000"/>
              </a:xfrm>
              <a:custGeom>
                <a:avLst/>
                <a:gdLst>
                  <a:gd name="csX0" fmla="*/ 1183677 w 2369574"/>
                  <a:gd name="csY0" fmla="*/ 0 h 2924441"/>
                  <a:gd name="csX1" fmla="*/ 1522926 w 2369574"/>
                  <a:gd name="csY1" fmla="*/ 132080 h 2924441"/>
                  <a:gd name="csX2" fmla="*/ 1525475 w 2369574"/>
                  <a:gd name="csY2" fmla="*/ 132080 h 2924441"/>
                  <a:gd name="csX3" fmla="*/ 1525475 w 2369574"/>
                  <a:gd name="csY3" fmla="*/ 749497 h 2924441"/>
                  <a:gd name="csX4" fmla="*/ 1537107 w 2369574"/>
                  <a:gd name="csY4" fmla="*/ 752302 h 2924441"/>
                  <a:gd name="csX5" fmla="*/ 2369574 w 2369574"/>
                  <a:gd name="csY5" fmla="*/ 1813396 h 2924441"/>
                  <a:gd name="csX6" fmla="*/ 1184787 w 2369574"/>
                  <a:gd name="csY6" fmla="*/ 2924441 h 2924441"/>
                  <a:gd name="csX7" fmla="*/ 0 w 2369574"/>
                  <a:gd name="csY7" fmla="*/ 1813396 h 2924441"/>
                  <a:gd name="csX8" fmla="*/ 832467 w 2369574"/>
                  <a:gd name="csY8" fmla="*/ 752302 h 2924441"/>
                  <a:gd name="csX9" fmla="*/ 844100 w 2369574"/>
                  <a:gd name="csY9" fmla="*/ 749497 h 2924441"/>
                  <a:gd name="csX10" fmla="*/ 844100 w 2369574"/>
                  <a:gd name="csY10" fmla="*/ 132080 h 2924441"/>
                  <a:gd name="csX11" fmla="*/ 844428 w 2369574"/>
                  <a:gd name="csY11" fmla="*/ 132080 h 2924441"/>
                  <a:gd name="csX12" fmla="*/ 1183677 w 2369574"/>
                  <a:gd name="csY12" fmla="*/ 0 h 292444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369574" h="2924441">
                    <a:moveTo>
                      <a:pt x="1183677" y="0"/>
                    </a:moveTo>
                    <a:cubicBezTo>
                      <a:pt x="1371039" y="0"/>
                      <a:pt x="1522926" y="59134"/>
                      <a:pt x="1522926" y="132080"/>
                    </a:cubicBezTo>
                    <a:lnTo>
                      <a:pt x="1525475" y="132080"/>
                    </a:lnTo>
                    <a:lnTo>
                      <a:pt x="1525475" y="749497"/>
                    </a:lnTo>
                    <a:lnTo>
                      <a:pt x="1537107" y="752302"/>
                    </a:lnTo>
                    <a:cubicBezTo>
                      <a:pt x="2019396" y="892973"/>
                      <a:pt x="2369574" y="1314836"/>
                      <a:pt x="2369574" y="1813396"/>
                    </a:cubicBezTo>
                    <a:cubicBezTo>
                      <a:pt x="2369574" y="2427009"/>
                      <a:pt x="1839127" y="2924441"/>
                      <a:pt x="1184787" y="2924441"/>
                    </a:cubicBezTo>
                    <a:cubicBezTo>
                      <a:pt x="530447" y="2924441"/>
                      <a:pt x="0" y="2427009"/>
                      <a:pt x="0" y="1813396"/>
                    </a:cubicBezTo>
                    <a:cubicBezTo>
                      <a:pt x="0" y="1314836"/>
                      <a:pt x="350178" y="892973"/>
                      <a:pt x="832467" y="752302"/>
                    </a:cubicBezTo>
                    <a:lnTo>
                      <a:pt x="844100" y="749497"/>
                    </a:lnTo>
                    <a:lnTo>
                      <a:pt x="844100" y="132080"/>
                    </a:lnTo>
                    <a:lnTo>
                      <a:pt x="844428" y="132080"/>
                    </a:lnTo>
                    <a:cubicBezTo>
                      <a:pt x="844428" y="59134"/>
                      <a:pt x="996315" y="0"/>
                      <a:pt x="1183677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  <a:alpha val="0"/>
                    </a:schemeClr>
                  </a:gs>
                  <a:gs pos="100000">
                    <a:schemeClr val="accent1">
                      <a:lumMod val="5000"/>
                      <a:lumOff val="95000"/>
                      <a:alpha val="0"/>
                    </a:schemeClr>
                  </a:gs>
                  <a:gs pos="50000">
                    <a:schemeClr val="bg1"/>
                  </a:gs>
                </a:gsLst>
                <a:lin ang="2700000" scaled="1"/>
                <a:tileRect/>
              </a:gra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ID" dirty="0"/>
              </a:p>
            </p:txBody>
          </p:sp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ADEA612C-7B98-22BC-ED4B-42A4970AA944}"/>
                  </a:ext>
                </a:extLst>
              </p:cNvPr>
              <p:cNvSpPr/>
              <p:nvPr/>
            </p:nvSpPr>
            <p:spPr>
              <a:xfrm rot="13500000">
                <a:off x="7485121" y="563374"/>
                <a:ext cx="1349442" cy="3466156"/>
              </a:xfrm>
              <a:custGeom>
                <a:avLst/>
                <a:gdLst>
                  <a:gd name="csX0" fmla="*/ 1238242 w 1349442"/>
                  <a:gd name="csY0" fmla="*/ 3458884 h 3466156"/>
                  <a:gd name="csX1" fmla="*/ 1225578 w 1349442"/>
                  <a:gd name="csY1" fmla="*/ 3466156 h 3466156"/>
                  <a:gd name="csX2" fmla="*/ 1224200 w 1349442"/>
                  <a:gd name="csY2" fmla="*/ 3464577 h 3466156"/>
                  <a:gd name="csX3" fmla="*/ 1188243 w 1349442"/>
                  <a:gd name="csY3" fmla="*/ 3466155 h 3466156"/>
                  <a:gd name="csX4" fmla="*/ 0 w 1349442"/>
                  <a:gd name="csY4" fmla="*/ 2432692 h 3466156"/>
                  <a:gd name="csX5" fmla="*/ 725725 w 1349442"/>
                  <a:gd name="csY5" fmla="*/ 1480444 h 3466156"/>
                  <a:gd name="csX6" fmla="*/ 893996 w 1349442"/>
                  <a:gd name="csY6" fmla="*/ 1435014 h 3466156"/>
                  <a:gd name="csX7" fmla="*/ 893996 w 1349442"/>
                  <a:gd name="csY7" fmla="*/ 737240 h 3466156"/>
                  <a:gd name="csX8" fmla="*/ 895634 w 1349442"/>
                  <a:gd name="csY8" fmla="*/ 737240 h 3466156"/>
                  <a:gd name="csX9" fmla="*/ 895634 w 1349442"/>
                  <a:gd name="csY9" fmla="*/ 706976 h 3466156"/>
                  <a:gd name="csX10" fmla="*/ 387169 w 1349442"/>
                  <a:gd name="csY10" fmla="*/ 198511 h 3466156"/>
                  <a:gd name="csX11" fmla="*/ 585680 w 1349442"/>
                  <a:gd name="csY11" fmla="*/ 0 h 3466156"/>
                  <a:gd name="csX12" fmla="*/ 1233195 w 1349442"/>
                  <a:gd name="csY12" fmla="*/ 647515 h 3466156"/>
                  <a:gd name="csX13" fmla="*/ 1229374 w 1349442"/>
                  <a:gd name="csY13" fmla="*/ 651336 h 3466156"/>
                  <a:gd name="csX14" fmla="*/ 1238242 w 1349442"/>
                  <a:gd name="csY14" fmla="*/ 656428 h 3466156"/>
                  <a:gd name="csX15" fmla="*/ 1349442 w 1349442"/>
                  <a:gd name="csY15" fmla="*/ 2057656 h 3466156"/>
                  <a:gd name="csX16" fmla="*/ 1238242 w 1349442"/>
                  <a:gd name="csY16" fmla="*/ 3458884 h 34661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1349442" h="3466156">
                    <a:moveTo>
                      <a:pt x="1238242" y="3458884"/>
                    </a:moveTo>
                    <a:cubicBezTo>
                      <a:pt x="1234078" y="3463692"/>
                      <a:pt x="1229853" y="3466156"/>
                      <a:pt x="1225578" y="3466156"/>
                    </a:cubicBezTo>
                    <a:lnTo>
                      <a:pt x="1224200" y="3464577"/>
                    </a:lnTo>
                    <a:lnTo>
                      <a:pt x="1188243" y="3466155"/>
                    </a:lnTo>
                    <a:cubicBezTo>
                      <a:pt x="531995" y="3466155"/>
                      <a:pt x="0" y="3003458"/>
                      <a:pt x="0" y="2432692"/>
                    </a:cubicBezTo>
                    <a:cubicBezTo>
                      <a:pt x="0" y="2004618"/>
                      <a:pt x="299247" y="1637332"/>
                      <a:pt x="725725" y="1480444"/>
                    </a:cubicBezTo>
                    <a:lnTo>
                      <a:pt x="893996" y="1435014"/>
                    </a:lnTo>
                    <a:lnTo>
                      <a:pt x="893996" y="737240"/>
                    </a:lnTo>
                    <a:lnTo>
                      <a:pt x="895634" y="737240"/>
                    </a:lnTo>
                    <a:lnTo>
                      <a:pt x="895634" y="706976"/>
                    </a:lnTo>
                    <a:lnTo>
                      <a:pt x="387169" y="198511"/>
                    </a:lnTo>
                    <a:lnTo>
                      <a:pt x="585680" y="0"/>
                    </a:lnTo>
                    <a:lnTo>
                      <a:pt x="1233195" y="647515"/>
                    </a:lnTo>
                    <a:lnTo>
                      <a:pt x="1229374" y="651336"/>
                    </a:lnTo>
                    <a:lnTo>
                      <a:pt x="1238242" y="656428"/>
                    </a:lnTo>
                    <a:cubicBezTo>
                      <a:pt x="1300701" y="728557"/>
                      <a:pt x="1349442" y="1328382"/>
                      <a:pt x="1349442" y="2057656"/>
                    </a:cubicBezTo>
                    <a:cubicBezTo>
                      <a:pt x="1349442" y="2786930"/>
                      <a:pt x="1300701" y="3386755"/>
                      <a:pt x="1238242" y="3458884"/>
                    </a:cubicBezTo>
                    <a:close/>
                  </a:path>
                </a:pathLst>
              </a:custGeom>
              <a:gradFill>
                <a:gsLst>
                  <a:gs pos="0">
                    <a:srgbClr val="CAC4C1">
                      <a:alpha val="0"/>
                    </a:srgbClr>
                  </a:gs>
                  <a:gs pos="100000">
                    <a:srgbClr val="ABA5A1">
                      <a:alpha val="0"/>
                    </a:srgbClr>
                  </a:gs>
                  <a:gs pos="50000">
                    <a:srgbClr val="BCB6B3"/>
                  </a:gs>
                </a:gsLst>
                <a:path path="circle">
                  <a:fillToRect l="50000" t="50000" r="50000" b="50000"/>
                </a:path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ID"/>
              </a:p>
            </p:txBody>
          </p:sp>
        </p:grp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139B645F-BB2F-163D-6355-1D5DB96C47B1}"/>
                </a:ext>
              </a:extLst>
            </p:cNvPr>
            <p:cNvSpPr/>
            <p:nvPr/>
          </p:nvSpPr>
          <p:spPr>
            <a:xfrm rot="13500000">
              <a:off x="7874776" y="270122"/>
              <a:ext cx="247727" cy="2816999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B1036DE6-EC2C-0A3A-DFC3-AAAE1DB0BAFE}"/>
                </a:ext>
              </a:extLst>
            </p:cNvPr>
            <p:cNvSpPr/>
            <p:nvPr/>
          </p:nvSpPr>
          <p:spPr>
            <a:xfrm rot="13500000">
              <a:off x="6760447" y="2476706"/>
              <a:ext cx="721659" cy="264160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</p:grpSp>
    </p:spTree>
    <p:extLst>
      <p:ext uri="{BB962C8B-B14F-4D97-AF65-F5344CB8AC3E}">
        <p14:creationId xmlns:p14="http://schemas.microsoft.com/office/powerpoint/2010/main" val="11054079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A30425-B860-A469-938D-ED2787B52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C0670A-F942-79A0-A923-B2D205077D15}"/>
              </a:ext>
            </a:extLst>
          </p:cNvPr>
          <p:cNvSpPr/>
          <p:nvPr/>
        </p:nvSpPr>
        <p:spPr>
          <a:xfrm>
            <a:off x="4296000" y="1708508"/>
            <a:ext cx="3600000" cy="1635052"/>
          </a:xfrm>
          <a:custGeom>
            <a:avLst/>
            <a:gdLst>
              <a:gd name="csX0" fmla="*/ 0 w 3600000"/>
              <a:gd name="csY0" fmla="*/ 0 h 1635052"/>
              <a:gd name="csX1" fmla="*/ 1080000 w 3600000"/>
              <a:gd name="csY1" fmla="*/ 0 h 1635052"/>
              <a:gd name="csX2" fmla="*/ 990000 w 3600000"/>
              <a:gd name="csY2" fmla="*/ 360000 h 1635052"/>
              <a:gd name="csX3" fmla="*/ 692993 w 3600000"/>
              <a:gd name="csY3" fmla="*/ 360000 h 1635052"/>
              <a:gd name="csX4" fmla="*/ 692993 w 3600000"/>
              <a:gd name="csY4" fmla="*/ 617596 h 1635052"/>
              <a:gd name="csX5" fmla="*/ 1080000 w 3600000"/>
              <a:gd name="csY5" fmla="*/ 617596 h 1635052"/>
              <a:gd name="csX6" fmla="*/ 1080000 w 3600000"/>
              <a:gd name="csY6" fmla="*/ 400905 h 1635052"/>
              <a:gd name="csX7" fmla="*/ 2520000 w 3600000"/>
              <a:gd name="csY7" fmla="*/ 400905 h 1635052"/>
              <a:gd name="csX8" fmla="*/ 2520000 w 3600000"/>
              <a:gd name="csY8" fmla="*/ 617596 h 1635052"/>
              <a:gd name="csX9" fmla="*/ 2897342 w 3600000"/>
              <a:gd name="csY9" fmla="*/ 617596 h 1635052"/>
              <a:gd name="csX10" fmla="*/ 2897342 w 3600000"/>
              <a:gd name="csY10" fmla="*/ 360000 h 1635052"/>
              <a:gd name="csX11" fmla="*/ 2610000 w 3600000"/>
              <a:gd name="csY11" fmla="*/ 360000 h 1635052"/>
              <a:gd name="csX12" fmla="*/ 2520000 w 3600000"/>
              <a:gd name="csY12" fmla="*/ 0 h 1635052"/>
              <a:gd name="csX13" fmla="*/ 3600000 w 3600000"/>
              <a:gd name="csY13" fmla="*/ 0 h 1635052"/>
              <a:gd name="csX14" fmla="*/ 3510000 w 3600000"/>
              <a:gd name="csY14" fmla="*/ 360000 h 1635052"/>
              <a:gd name="csX15" fmla="*/ 3222657 w 3600000"/>
              <a:gd name="csY15" fmla="*/ 360000 h 1635052"/>
              <a:gd name="csX16" fmla="*/ 3222657 w 3600000"/>
              <a:gd name="csY16" fmla="*/ 617596 h 1635052"/>
              <a:gd name="csX17" fmla="*/ 3225792 w 3600000"/>
              <a:gd name="csY17" fmla="*/ 617596 h 1635052"/>
              <a:gd name="csX18" fmla="*/ 3225792 w 3600000"/>
              <a:gd name="csY18" fmla="*/ 904213 h 1635052"/>
              <a:gd name="csX19" fmla="*/ 3222657 w 3600000"/>
              <a:gd name="csY19" fmla="*/ 904213 h 1635052"/>
              <a:gd name="csX20" fmla="*/ 2897342 w 3600000"/>
              <a:gd name="csY20" fmla="*/ 904213 h 1635052"/>
              <a:gd name="csX21" fmla="*/ 2520000 w 3600000"/>
              <a:gd name="csY21" fmla="*/ 904213 h 1635052"/>
              <a:gd name="csX22" fmla="*/ 2520000 w 3600000"/>
              <a:gd name="csY22" fmla="*/ 1120905 h 1635052"/>
              <a:gd name="csX23" fmla="*/ 1962658 w 3600000"/>
              <a:gd name="csY23" fmla="*/ 1120905 h 1635052"/>
              <a:gd name="csX24" fmla="*/ 1962658 w 3600000"/>
              <a:gd name="csY24" fmla="*/ 1275052 h 1635052"/>
              <a:gd name="csX25" fmla="*/ 2250000 w 3600000"/>
              <a:gd name="csY25" fmla="*/ 1275052 h 1635052"/>
              <a:gd name="csX26" fmla="*/ 2340000 w 3600000"/>
              <a:gd name="csY26" fmla="*/ 1635052 h 1635052"/>
              <a:gd name="csX27" fmla="*/ 1260000 w 3600000"/>
              <a:gd name="csY27" fmla="*/ 1635052 h 1635052"/>
              <a:gd name="csX28" fmla="*/ 1350000 w 3600000"/>
              <a:gd name="csY28" fmla="*/ 1275052 h 1635052"/>
              <a:gd name="csX29" fmla="*/ 1637343 w 3600000"/>
              <a:gd name="csY29" fmla="*/ 1275052 h 1635052"/>
              <a:gd name="csX30" fmla="*/ 1637343 w 3600000"/>
              <a:gd name="csY30" fmla="*/ 1120905 h 1635052"/>
              <a:gd name="csX31" fmla="*/ 1080000 w 3600000"/>
              <a:gd name="csY31" fmla="*/ 1120905 h 1635052"/>
              <a:gd name="csX32" fmla="*/ 1080000 w 3600000"/>
              <a:gd name="csY32" fmla="*/ 904213 h 1635052"/>
              <a:gd name="csX33" fmla="*/ 692993 w 3600000"/>
              <a:gd name="csY33" fmla="*/ 904213 h 1635052"/>
              <a:gd name="csX34" fmla="*/ 374208 w 3600000"/>
              <a:gd name="csY34" fmla="*/ 904213 h 1635052"/>
              <a:gd name="csX35" fmla="*/ 367678 w 3600000"/>
              <a:gd name="csY35" fmla="*/ 904213 h 1635052"/>
              <a:gd name="csX36" fmla="*/ 367678 w 3600000"/>
              <a:gd name="csY36" fmla="*/ 360000 h 1635052"/>
              <a:gd name="csX37" fmla="*/ 90000 w 3600000"/>
              <a:gd name="csY37" fmla="*/ 360000 h 163505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3600000" h="1635052">
                <a:moveTo>
                  <a:pt x="0" y="0"/>
                </a:moveTo>
                <a:lnTo>
                  <a:pt x="1080000" y="0"/>
                </a:lnTo>
                <a:lnTo>
                  <a:pt x="990000" y="360000"/>
                </a:lnTo>
                <a:lnTo>
                  <a:pt x="692993" y="360000"/>
                </a:lnTo>
                <a:lnTo>
                  <a:pt x="692993" y="617596"/>
                </a:lnTo>
                <a:lnTo>
                  <a:pt x="1080000" y="617596"/>
                </a:lnTo>
                <a:lnTo>
                  <a:pt x="1080000" y="400905"/>
                </a:lnTo>
                <a:lnTo>
                  <a:pt x="2520000" y="400905"/>
                </a:lnTo>
                <a:lnTo>
                  <a:pt x="2520000" y="617596"/>
                </a:lnTo>
                <a:lnTo>
                  <a:pt x="2897342" y="617596"/>
                </a:lnTo>
                <a:lnTo>
                  <a:pt x="2897342" y="360000"/>
                </a:lnTo>
                <a:lnTo>
                  <a:pt x="2610000" y="360000"/>
                </a:lnTo>
                <a:lnTo>
                  <a:pt x="2520000" y="0"/>
                </a:lnTo>
                <a:lnTo>
                  <a:pt x="3600000" y="0"/>
                </a:lnTo>
                <a:lnTo>
                  <a:pt x="3510000" y="360000"/>
                </a:lnTo>
                <a:lnTo>
                  <a:pt x="3222657" y="360000"/>
                </a:lnTo>
                <a:lnTo>
                  <a:pt x="3222657" y="617596"/>
                </a:lnTo>
                <a:lnTo>
                  <a:pt x="3225792" y="617596"/>
                </a:lnTo>
                <a:lnTo>
                  <a:pt x="3225792" y="904213"/>
                </a:lnTo>
                <a:lnTo>
                  <a:pt x="3222657" y="904213"/>
                </a:lnTo>
                <a:lnTo>
                  <a:pt x="2897342" y="904213"/>
                </a:lnTo>
                <a:lnTo>
                  <a:pt x="2520000" y="904213"/>
                </a:lnTo>
                <a:lnTo>
                  <a:pt x="2520000" y="1120905"/>
                </a:lnTo>
                <a:lnTo>
                  <a:pt x="1962658" y="1120905"/>
                </a:lnTo>
                <a:lnTo>
                  <a:pt x="1962658" y="1275052"/>
                </a:lnTo>
                <a:lnTo>
                  <a:pt x="2250000" y="1275052"/>
                </a:lnTo>
                <a:lnTo>
                  <a:pt x="2340000" y="1635052"/>
                </a:lnTo>
                <a:lnTo>
                  <a:pt x="1260000" y="1635052"/>
                </a:lnTo>
                <a:lnTo>
                  <a:pt x="1350000" y="1275052"/>
                </a:lnTo>
                <a:lnTo>
                  <a:pt x="1637343" y="1275052"/>
                </a:lnTo>
                <a:lnTo>
                  <a:pt x="1637343" y="1120905"/>
                </a:lnTo>
                <a:lnTo>
                  <a:pt x="1080000" y="1120905"/>
                </a:lnTo>
                <a:lnTo>
                  <a:pt x="1080000" y="904213"/>
                </a:lnTo>
                <a:lnTo>
                  <a:pt x="692993" y="904213"/>
                </a:lnTo>
                <a:lnTo>
                  <a:pt x="374208" y="904213"/>
                </a:lnTo>
                <a:lnTo>
                  <a:pt x="367678" y="904213"/>
                </a:lnTo>
                <a:lnTo>
                  <a:pt x="367678" y="360000"/>
                </a:lnTo>
                <a:lnTo>
                  <a:pt x="90000" y="36000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DCD7AD7-C17C-E72F-95CB-439A9A9703B9}"/>
              </a:ext>
            </a:extLst>
          </p:cNvPr>
          <p:cNvGrpSpPr/>
          <p:nvPr/>
        </p:nvGrpSpPr>
        <p:grpSpPr>
          <a:xfrm>
            <a:off x="7118895" y="536588"/>
            <a:ext cx="1107018" cy="1171920"/>
            <a:chOff x="7289730" y="2309547"/>
            <a:chExt cx="2883391" cy="316213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09D465A-7328-E2A1-3C38-3701A927D2D9}"/>
                </a:ext>
              </a:extLst>
            </p:cNvPr>
            <p:cNvSpPr/>
            <p:nvPr/>
          </p:nvSpPr>
          <p:spPr>
            <a:xfrm>
              <a:off x="7681445" y="4555958"/>
              <a:ext cx="280737" cy="91572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5A15E4A-7B9A-F426-D758-72BE9BF5F8CF}"/>
                </a:ext>
              </a:extLst>
            </p:cNvPr>
            <p:cNvGrpSpPr/>
            <p:nvPr/>
          </p:nvGrpSpPr>
          <p:grpSpPr>
            <a:xfrm rot="13500000">
              <a:off x="7471426" y="2127851"/>
              <a:ext cx="2520000" cy="2883391"/>
              <a:chOff x="3668160" y="2127850"/>
              <a:chExt cx="2520000" cy="2883391"/>
            </a:xfrm>
          </p:grpSpPr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5D4F7371-225F-E684-7628-16CEB1429CE6}"/>
                  </a:ext>
                </a:extLst>
              </p:cNvPr>
              <p:cNvSpPr/>
              <p:nvPr/>
            </p:nvSpPr>
            <p:spPr>
              <a:xfrm>
                <a:off x="3668160" y="2131241"/>
                <a:ext cx="2520000" cy="2880000"/>
              </a:xfrm>
              <a:custGeom>
                <a:avLst/>
                <a:gdLst>
                  <a:gd name="csX0" fmla="*/ 1183677 w 2369574"/>
                  <a:gd name="csY0" fmla="*/ 0 h 2924441"/>
                  <a:gd name="csX1" fmla="*/ 1522926 w 2369574"/>
                  <a:gd name="csY1" fmla="*/ 132080 h 2924441"/>
                  <a:gd name="csX2" fmla="*/ 1525475 w 2369574"/>
                  <a:gd name="csY2" fmla="*/ 132080 h 2924441"/>
                  <a:gd name="csX3" fmla="*/ 1525475 w 2369574"/>
                  <a:gd name="csY3" fmla="*/ 749497 h 2924441"/>
                  <a:gd name="csX4" fmla="*/ 1537107 w 2369574"/>
                  <a:gd name="csY4" fmla="*/ 752302 h 2924441"/>
                  <a:gd name="csX5" fmla="*/ 2369574 w 2369574"/>
                  <a:gd name="csY5" fmla="*/ 1813396 h 2924441"/>
                  <a:gd name="csX6" fmla="*/ 1184787 w 2369574"/>
                  <a:gd name="csY6" fmla="*/ 2924441 h 2924441"/>
                  <a:gd name="csX7" fmla="*/ 0 w 2369574"/>
                  <a:gd name="csY7" fmla="*/ 1813396 h 2924441"/>
                  <a:gd name="csX8" fmla="*/ 832467 w 2369574"/>
                  <a:gd name="csY8" fmla="*/ 752302 h 2924441"/>
                  <a:gd name="csX9" fmla="*/ 844100 w 2369574"/>
                  <a:gd name="csY9" fmla="*/ 749497 h 2924441"/>
                  <a:gd name="csX10" fmla="*/ 844100 w 2369574"/>
                  <a:gd name="csY10" fmla="*/ 132080 h 2924441"/>
                  <a:gd name="csX11" fmla="*/ 844428 w 2369574"/>
                  <a:gd name="csY11" fmla="*/ 132080 h 2924441"/>
                  <a:gd name="csX12" fmla="*/ 1183677 w 2369574"/>
                  <a:gd name="csY12" fmla="*/ 0 h 292444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369574" h="2924441">
                    <a:moveTo>
                      <a:pt x="1183677" y="0"/>
                    </a:moveTo>
                    <a:cubicBezTo>
                      <a:pt x="1371039" y="0"/>
                      <a:pt x="1522926" y="59134"/>
                      <a:pt x="1522926" y="132080"/>
                    </a:cubicBezTo>
                    <a:lnTo>
                      <a:pt x="1525475" y="132080"/>
                    </a:lnTo>
                    <a:lnTo>
                      <a:pt x="1525475" y="749497"/>
                    </a:lnTo>
                    <a:lnTo>
                      <a:pt x="1537107" y="752302"/>
                    </a:lnTo>
                    <a:cubicBezTo>
                      <a:pt x="2019396" y="892973"/>
                      <a:pt x="2369574" y="1314836"/>
                      <a:pt x="2369574" y="1813396"/>
                    </a:cubicBezTo>
                    <a:cubicBezTo>
                      <a:pt x="2369574" y="2427009"/>
                      <a:pt x="1839127" y="2924441"/>
                      <a:pt x="1184787" y="2924441"/>
                    </a:cubicBezTo>
                    <a:cubicBezTo>
                      <a:pt x="530447" y="2924441"/>
                      <a:pt x="0" y="2427009"/>
                      <a:pt x="0" y="1813396"/>
                    </a:cubicBezTo>
                    <a:cubicBezTo>
                      <a:pt x="0" y="1314836"/>
                      <a:pt x="350178" y="892973"/>
                      <a:pt x="832467" y="752302"/>
                    </a:cubicBezTo>
                    <a:lnTo>
                      <a:pt x="844100" y="749497"/>
                    </a:lnTo>
                    <a:lnTo>
                      <a:pt x="844100" y="132080"/>
                    </a:lnTo>
                    <a:lnTo>
                      <a:pt x="844428" y="132080"/>
                    </a:lnTo>
                    <a:cubicBezTo>
                      <a:pt x="844428" y="59134"/>
                      <a:pt x="996315" y="0"/>
                      <a:pt x="1183677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  <a:alpha val="0"/>
                    </a:schemeClr>
                  </a:gs>
                  <a:gs pos="100000">
                    <a:schemeClr val="accent1">
                      <a:lumMod val="5000"/>
                      <a:lumOff val="95000"/>
                      <a:alpha val="0"/>
                    </a:schemeClr>
                  </a:gs>
                  <a:gs pos="50000">
                    <a:schemeClr val="bg1"/>
                  </a:gs>
                </a:gsLst>
                <a:lin ang="2700000" scaled="1"/>
                <a:tileRect/>
              </a:gra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ID" dirty="0"/>
              </a:p>
            </p:txBody>
          </p:sp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E45BD8-5148-248E-B8B3-C2BC343A667C}"/>
                  </a:ext>
                </a:extLst>
              </p:cNvPr>
              <p:cNvSpPr/>
              <p:nvPr/>
            </p:nvSpPr>
            <p:spPr>
              <a:xfrm>
                <a:off x="3739915" y="2131239"/>
                <a:ext cx="1349442" cy="2817000"/>
              </a:xfrm>
              <a:custGeom>
                <a:avLst/>
                <a:gdLst>
                  <a:gd name="csX0" fmla="*/ 1188243 w 1349442"/>
                  <a:gd name="csY0" fmla="*/ 0 h 2817000"/>
                  <a:gd name="csX1" fmla="*/ 1223317 w 1349442"/>
                  <a:gd name="csY1" fmla="*/ 2592 h 2817000"/>
                  <a:gd name="csX2" fmla="*/ 1225578 w 1349442"/>
                  <a:gd name="csY2" fmla="*/ 0 h 2817000"/>
                  <a:gd name="csX3" fmla="*/ 1349442 w 1349442"/>
                  <a:gd name="csY3" fmla="*/ 1408500 h 2817000"/>
                  <a:gd name="csX4" fmla="*/ 1225578 w 1349442"/>
                  <a:gd name="csY4" fmla="*/ 2817000 h 2817000"/>
                  <a:gd name="csX5" fmla="*/ 1224200 w 1349442"/>
                  <a:gd name="csY5" fmla="*/ 2815421 h 2817000"/>
                  <a:gd name="csX6" fmla="*/ 1188243 w 1349442"/>
                  <a:gd name="csY6" fmla="*/ 2816999 h 2817000"/>
                  <a:gd name="csX7" fmla="*/ 0 w 1349442"/>
                  <a:gd name="csY7" fmla="*/ 1783536 h 2817000"/>
                  <a:gd name="csX8" fmla="*/ 725725 w 1349442"/>
                  <a:gd name="csY8" fmla="*/ 831288 h 2817000"/>
                  <a:gd name="csX9" fmla="*/ 893996 w 1349442"/>
                  <a:gd name="csY9" fmla="*/ 785858 h 2817000"/>
                  <a:gd name="csX10" fmla="*/ 893996 w 1349442"/>
                  <a:gd name="csY10" fmla="*/ 88084 h 2817000"/>
                  <a:gd name="csX11" fmla="*/ 895634 w 1349442"/>
                  <a:gd name="csY11" fmla="*/ 88084 h 2817000"/>
                  <a:gd name="csX12" fmla="*/ 895634 w 1349442"/>
                  <a:gd name="csY12" fmla="*/ 55306 h 2817000"/>
                  <a:gd name="csX13" fmla="*/ 933098 w 1349442"/>
                  <a:gd name="csY13" fmla="*/ 38685 h 2817000"/>
                  <a:gd name="csX14" fmla="*/ 1188243 w 1349442"/>
                  <a:gd name="csY14" fmla="*/ 0 h 2817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1349442" h="2817000">
                    <a:moveTo>
                      <a:pt x="1188243" y="0"/>
                    </a:moveTo>
                    <a:lnTo>
                      <a:pt x="1223317" y="2592"/>
                    </a:lnTo>
                    <a:lnTo>
                      <a:pt x="1225578" y="0"/>
                    </a:lnTo>
                    <a:cubicBezTo>
                      <a:pt x="1293986" y="0"/>
                      <a:pt x="1349442" y="630607"/>
                      <a:pt x="1349442" y="1408500"/>
                    </a:cubicBezTo>
                    <a:cubicBezTo>
                      <a:pt x="1349442" y="2186393"/>
                      <a:pt x="1293986" y="2817000"/>
                      <a:pt x="1225578" y="2817000"/>
                    </a:cubicBezTo>
                    <a:lnTo>
                      <a:pt x="1224200" y="2815421"/>
                    </a:lnTo>
                    <a:lnTo>
                      <a:pt x="1188243" y="2816999"/>
                    </a:lnTo>
                    <a:cubicBezTo>
                      <a:pt x="531995" y="2816999"/>
                      <a:pt x="0" y="2354302"/>
                      <a:pt x="0" y="1783536"/>
                    </a:cubicBezTo>
                    <a:cubicBezTo>
                      <a:pt x="0" y="1355462"/>
                      <a:pt x="299247" y="988176"/>
                      <a:pt x="725725" y="831288"/>
                    </a:cubicBezTo>
                    <a:lnTo>
                      <a:pt x="893996" y="785858"/>
                    </a:lnTo>
                    <a:lnTo>
                      <a:pt x="893996" y="88084"/>
                    </a:lnTo>
                    <a:lnTo>
                      <a:pt x="895634" y="88084"/>
                    </a:lnTo>
                    <a:lnTo>
                      <a:pt x="895634" y="55306"/>
                    </a:lnTo>
                    <a:lnTo>
                      <a:pt x="933098" y="38685"/>
                    </a:lnTo>
                    <a:cubicBezTo>
                      <a:pt x="998395" y="14784"/>
                      <a:pt x="1088603" y="0"/>
                      <a:pt x="1188243" y="0"/>
                    </a:cubicBezTo>
                    <a:close/>
                  </a:path>
                </a:pathLst>
              </a:cu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ID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1B1E8A64-9EC5-1986-EE9E-A0DE88486FB0}"/>
                  </a:ext>
                </a:extLst>
              </p:cNvPr>
              <p:cNvSpPr/>
              <p:nvPr/>
            </p:nvSpPr>
            <p:spPr>
              <a:xfrm>
                <a:off x="4841631" y="2129545"/>
                <a:ext cx="247727" cy="2816999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 dirty="0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89DBE1F-43EE-B245-22E1-57C77D87112F}"/>
                  </a:ext>
                </a:extLst>
              </p:cNvPr>
              <p:cNvSpPr/>
              <p:nvPr/>
            </p:nvSpPr>
            <p:spPr>
              <a:xfrm>
                <a:off x="4567330" y="2127850"/>
                <a:ext cx="721659" cy="264160"/>
              </a:xfrm>
              <a:prstGeom prst="ellipse">
                <a:avLst/>
              </a:prstGeom>
              <a:no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 dirty="0"/>
              </a:p>
            </p:txBody>
          </p:sp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768601C-68D1-4898-C392-71AEB74EE30C}"/>
              </a:ext>
            </a:extLst>
          </p:cNvPr>
          <p:cNvGrpSpPr/>
          <p:nvPr/>
        </p:nvGrpSpPr>
        <p:grpSpPr>
          <a:xfrm flipH="1">
            <a:off x="3963342" y="533500"/>
            <a:ext cx="1107018" cy="1171920"/>
            <a:chOff x="7289730" y="2309547"/>
            <a:chExt cx="2883391" cy="3162135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4E7DED5-091B-5ECB-173A-EAB2F201036F}"/>
                </a:ext>
              </a:extLst>
            </p:cNvPr>
            <p:cNvSpPr/>
            <p:nvPr/>
          </p:nvSpPr>
          <p:spPr>
            <a:xfrm>
              <a:off x="7681445" y="4555958"/>
              <a:ext cx="280737" cy="91572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55E70CB-30E5-E926-BAAF-555D43DF41BC}"/>
                </a:ext>
              </a:extLst>
            </p:cNvPr>
            <p:cNvGrpSpPr/>
            <p:nvPr/>
          </p:nvGrpSpPr>
          <p:grpSpPr>
            <a:xfrm rot="13500000">
              <a:off x="7471426" y="2127851"/>
              <a:ext cx="2520000" cy="2883391"/>
              <a:chOff x="3668160" y="2127850"/>
              <a:chExt cx="2520000" cy="2883391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C60DB199-8B6A-B97A-E2C0-C7804102ACE5}"/>
                  </a:ext>
                </a:extLst>
              </p:cNvPr>
              <p:cNvSpPr/>
              <p:nvPr/>
            </p:nvSpPr>
            <p:spPr>
              <a:xfrm>
                <a:off x="3668160" y="2131241"/>
                <a:ext cx="2520000" cy="2880000"/>
              </a:xfrm>
              <a:custGeom>
                <a:avLst/>
                <a:gdLst>
                  <a:gd name="csX0" fmla="*/ 1183677 w 2369574"/>
                  <a:gd name="csY0" fmla="*/ 0 h 2924441"/>
                  <a:gd name="csX1" fmla="*/ 1522926 w 2369574"/>
                  <a:gd name="csY1" fmla="*/ 132080 h 2924441"/>
                  <a:gd name="csX2" fmla="*/ 1525475 w 2369574"/>
                  <a:gd name="csY2" fmla="*/ 132080 h 2924441"/>
                  <a:gd name="csX3" fmla="*/ 1525475 w 2369574"/>
                  <a:gd name="csY3" fmla="*/ 749497 h 2924441"/>
                  <a:gd name="csX4" fmla="*/ 1537107 w 2369574"/>
                  <a:gd name="csY4" fmla="*/ 752302 h 2924441"/>
                  <a:gd name="csX5" fmla="*/ 2369574 w 2369574"/>
                  <a:gd name="csY5" fmla="*/ 1813396 h 2924441"/>
                  <a:gd name="csX6" fmla="*/ 1184787 w 2369574"/>
                  <a:gd name="csY6" fmla="*/ 2924441 h 2924441"/>
                  <a:gd name="csX7" fmla="*/ 0 w 2369574"/>
                  <a:gd name="csY7" fmla="*/ 1813396 h 2924441"/>
                  <a:gd name="csX8" fmla="*/ 832467 w 2369574"/>
                  <a:gd name="csY8" fmla="*/ 752302 h 2924441"/>
                  <a:gd name="csX9" fmla="*/ 844100 w 2369574"/>
                  <a:gd name="csY9" fmla="*/ 749497 h 2924441"/>
                  <a:gd name="csX10" fmla="*/ 844100 w 2369574"/>
                  <a:gd name="csY10" fmla="*/ 132080 h 2924441"/>
                  <a:gd name="csX11" fmla="*/ 844428 w 2369574"/>
                  <a:gd name="csY11" fmla="*/ 132080 h 2924441"/>
                  <a:gd name="csX12" fmla="*/ 1183677 w 2369574"/>
                  <a:gd name="csY12" fmla="*/ 0 h 292444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369574" h="2924441">
                    <a:moveTo>
                      <a:pt x="1183677" y="0"/>
                    </a:moveTo>
                    <a:cubicBezTo>
                      <a:pt x="1371039" y="0"/>
                      <a:pt x="1522926" y="59134"/>
                      <a:pt x="1522926" y="132080"/>
                    </a:cubicBezTo>
                    <a:lnTo>
                      <a:pt x="1525475" y="132080"/>
                    </a:lnTo>
                    <a:lnTo>
                      <a:pt x="1525475" y="749497"/>
                    </a:lnTo>
                    <a:lnTo>
                      <a:pt x="1537107" y="752302"/>
                    </a:lnTo>
                    <a:cubicBezTo>
                      <a:pt x="2019396" y="892973"/>
                      <a:pt x="2369574" y="1314836"/>
                      <a:pt x="2369574" y="1813396"/>
                    </a:cubicBezTo>
                    <a:cubicBezTo>
                      <a:pt x="2369574" y="2427009"/>
                      <a:pt x="1839127" y="2924441"/>
                      <a:pt x="1184787" y="2924441"/>
                    </a:cubicBezTo>
                    <a:cubicBezTo>
                      <a:pt x="530447" y="2924441"/>
                      <a:pt x="0" y="2427009"/>
                      <a:pt x="0" y="1813396"/>
                    </a:cubicBezTo>
                    <a:cubicBezTo>
                      <a:pt x="0" y="1314836"/>
                      <a:pt x="350178" y="892973"/>
                      <a:pt x="832467" y="752302"/>
                    </a:cubicBezTo>
                    <a:lnTo>
                      <a:pt x="844100" y="749497"/>
                    </a:lnTo>
                    <a:lnTo>
                      <a:pt x="844100" y="132080"/>
                    </a:lnTo>
                    <a:lnTo>
                      <a:pt x="844428" y="132080"/>
                    </a:lnTo>
                    <a:cubicBezTo>
                      <a:pt x="844428" y="59134"/>
                      <a:pt x="996315" y="0"/>
                      <a:pt x="1183677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lumMod val="5000"/>
                      <a:lumOff val="95000"/>
                      <a:alpha val="0"/>
                    </a:schemeClr>
                  </a:gs>
                  <a:gs pos="100000">
                    <a:schemeClr val="accent1">
                      <a:lumMod val="5000"/>
                      <a:lumOff val="95000"/>
                      <a:alpha val="0"/>
                    </a:schemeClr>
                  </a:gs>
                  <a:gs pos="50000">
                    <a:schemeClr val="bg1"/>
                  </a:gs>
                </a:gsLst>
                <a:lin ang="2700000" scaled="1"/>
                <a:tileRect/>
              </a:gra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ID" dirty="0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0062F868-A495-722F-6F4A-95147709274E}"/>
                  </a:ext>
                </a:extLst>
              </p:cNvPr>
              <p:cNvSpPr/>
              <p:nvPr/>
            </p:nvSpPr>
            <p:spPr>
              <a:xfrm>
                <a:off x="3739915" y="2131239"/>
                <a:ext cx="1349442" cy="2817000"/>
              </a:xfrm>
              <a:custGeom>
                <a:avLst/>
                <a:gdLst>
                  <a:gd name="csX0" fmla="*/ 1188243 w 1349442"/>
                  <a:gd name="csY0" fmla="*/ 0 h 2817000"/>
                  <a:gd name="csX1" fmla="*/ 1223317 w 1349442"/>
                  <a:gd name="csY1" fmla="*/ 2592 h 2817000"/>
                  <a:gd name="csX2" fmla="*/ 1225578 w 1349442"/>
                  <a:gd name="csY2" fmla="*/ 0 h 2817000"/>
                  <a:gd name="csX3" fmla="*/ 1349442 w 1349442"/>
                  <a:gd name="csY3" fmla="*/ 1408500 h 2817000"/>
                  <a:gd name="csX4" fmla="*/ 1225578 w 1349442"/>
                  <a:gd name="csY4" fmla="*/ 2817000 h 2817000"/>
                  <a:gd name="csX5" fmla="*/ 1224200 w 1349442"/>
                  <a:gd name="csY5" fmla="*/ 2815421 h 2817000"/>
                  <a:gd name="csX6" fmla="*/ 1188243 w 1349442"/>
                  <a:gd name="csY6" fmla="*/ 2816999 h 2817000"/>
                  <a:gd name="csX7" fmla="*/ 0 w 1349442"/>
                  <a:gd name="csY7" fmla="*/ 1783536 h 2817000"/>
                  <a:gd name="csX8" fmla="*/ 725725 w 1349442"/>
                  <a:gd name="csY8" fmla="*/ 831288 h 2817000"/>
                  <a:gd name="csX9" fmla="*/ 893996 w 1349442"/>
                  <a:gd name="csY9" fmla="*/ 785858 h 2817000"/>
                  <a:gd name="csX10" fmla="*/ 893996 w 1349442"/>
                  <a:gd name="csY10" fmla="*/ 88084 h 2817000"/>
                  <a:gd name="csX11" fmla="*/ 895634 w 1349442"/>
                  <a:gd name="csY11" fmla="*/ 88084 h 2817000"/>
                  <a:gd name="csX12" fmla="*/ 895634 w 1349442"/>
                  <a:gd name="csY12" fmla="*/ 55306 h 2817000"/>
                  <a:gd name="csX13" fmla="*/ 933098 w 1349442"/>
                  <a:gd name="csY13" fmla="*/ 38685 h 2817000"/>
                  <a:gd name="csX14" fmla="*/ 1188243 w 1349442"/>
                  <a:gd name="csY14" fmla="*/ 0 h 2817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1349442" h="2817000">
                    <a:moveTo>
                      <a:pt x="1188243" y="0"/>
                    </a:moveTo>
                    <a:lnTo>
                      <a:pt x="1223317" y="2592"/>
                    </a:lnTo>
                    <a:lnTo>
                      <a:pt x="1225578" y="0"/>
                    </a:lnTo>
                    <a:cubicBezTo>
                      <a:pt x="1293986" y="0"/>
                      <a:pt x="1349442" y="630607"/>
                      <a:pt x="1349442" y="1408500"/>
                    </a:cubicBezTo>
                    <a:cubicBezTo>
                      <a:pt x="1349442" y="2186393"/>
                      <a:pt x="1293986" y="2817000"/>
                      <a:pt x="1225578" y="2817000"/>
                    </a:cubicBezTo>
                    <a:lnTo>
                      <a:pt x="1224200" y="2815421"/>
                    </a:lnTo>
                    <a:lnTo>
                      <a:pt x="1188243" y="2816999"/>
                    </a:lnTo>
                    <a:cubicBezTo>
                      <a:pt x="531995" y="2816999"/>
                      <a:pt x="0" y="2354302"/>
                      <a:pt x="0" y="1783536"/>
                    </a:cubicBezTo>
                    <a:cubicBezTo>
                      <a:pt x="0" y="1355462"/>
                      <a:pt x="299247" y="988176"/>
                      <a:pt x="725725" y="831288"/>
                    </a:cubicBezTo>
                    <a:lnTo>
                      <a:pt x="893996" y="785858"/>
                    </a:lnTo>
                    <a:lnTo>
                      <a:pt x="893996" y="88084"/>
                    </a:lnTo>
                    <a:lnTo>
                      <a:pt x="895634" y="88084"/>
                    </a:lnTo>
                    <a:lnTo>
                      <a:pt x="895634" y="55306"/>
                    </a:lnTo>
                    <a:lnTo>
                      <a:pt x="933098" y="38685"/>
                    </a:lnTo>
                    <a:cubicBezTo>
                      <a:pt x="998395" y="14784"/>
                      <a:pt x="1088603" y="0"/>
                      <a:pt x="1188243" y="0"/>
                    </a:cubicBezTo>
                    <a:close/>
                  </a:path>
                </a:pathLst>
              </a:cu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ID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A9EFBD9-B8F4-FE4C-5441-0C8EBA200CA7}"/>
                  </a:ext>
                </a:extLst>
              </p:cNvPr>
              <p:cNvSpPr/>
              <p:nvPr/>
            </p:nvSpPr>
            <p:spPr>
              <a:xfrm>
                <a:off x="4841631" y="2129545"/>
                <a:ext cx="247727" cy="2816999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 dirty="0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E74BF618-1D31-15BC-C1ED-CA3EDE9F6EDF}"/>
                  </a:ext>
                </a:extLst>
              </p:cNvPr>
              <p:cNvSpPr/>
              <p:nvPr/>
            </p:nvSpPr>
            <p:spPr>
              <a:xfrm>
                <a:off x="4567330" y="2127850"/>
                <a:ext cx="721659" cy="264160"/>
              </a:xfrm>
              <a:prstGeom prst="ellipse">
                <a:avLst/>
              </a:prstGeom>
              <a:no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 dirty="0"/>
              </a:p>
            </p:txBody>
          </p:sp>
        </p:grp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627B86B-A0C5-F52B-3F8F-4CF7A3D73A44}"/>
              </a:ext>
            </a:extLst>
          </p:cNvPr>
          <p:cNvGrpSpPr/>
          <p:nvPr/>
        </p:nvGrpSpPr>
        <p:grpSpPr>
          <a:xfrm>
            <a:off x="5554980" y="3649980"/>
            <a:ext cx="1082040" cy="1252370"/>
            <a:chOff x="8229600" y="2167130"/>
            <a:chExt cx="2520000" cy="2880000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B799D6A-7939-8ADC-344D-402F2F86207A}"/>
                </a:ext>
              </a:extLst>
            </p:cNvPr>
            <p:cNvSpPr/>
            <p:nvPr/>
          </p:nvSpPr>
          <p:spPr>
            <a:xfrm>
              <a:off x="8229600" y="2167130"/>
              <a:ext cx="2520000" cy="2880000"/>
            </a:xfrm>
            <a:custGeom>
              <a:avLst/>
              <a:gdLst>
                <a:gd name="csX0" fmla="*/ 1183677 w 2369574"/>
                <a:gd name="csY0" fmla="*/ 0 h 2924441"/>
                <a:gd name="csX1" fmla="*/ 1522926 w 2369574"/>
                <a:gd name="csY1" fmla="*/ 132080 h 2924441"/>
                <a:gd name="csX2" fmla="*/ 1525475 w 2369574"/>
                <a:gd name="csY2" fmla="*/ 132080 h 2924441"/>
                <a:gd name="csX3" fmla="*/ 1525475 w 2369574"/>
                <a:gd name="csY3" fmla="*/ 749497 h 2924441"/>
                <a:gd name="csX4" fmla="*/ 1537107 w 2369574"/>
                <a:gd name="csY4" fmla="*/ 752302 h 2924441"/>
                <a:gd name="csX5" fmla="*/ 2369574 w 2369574"/>
                <a:gd name="csY5" fmla="*/ 1813396 h 2924441"/>
                <a:gd name="csX6" fmla="*/ 1184787 w 2369574"/>
                <a:gd name="csY6" fmla="*/ 2924441 h 2924441"/>
                <a:gd name="csX7" fmla="*/ 0 w 2369574"/>
                <a:gd name="csY7" fmla="*/ 1813396 h 2924441"/>
                <a:gd name="csX8" fmla="*/ 832467 w 2369574"/>
                <a:gd name="csY8" fmla="*/ 752302 h 2924441"/>
                <a:gd name="csX9" fmla="*/ 844100 w 2369574"/>
                <a:gd name="csY9" fmla="*/ 749497 h 2924441"/>
                <a:gd name="csX10" fmla="*/ 844100 w 2369574"/>
                <a:gd name="csY10" fmla="*/ 132080 h 2924441"/>
                <a:gd name="csX11" fmla="*/ 844428 w 2369574"/>
                <a:gd name="csY11" fmla="*/ 132080 h 2924441"/>
                <a:gd name="csX12" fmla="*/ 1183677 w 2369574"/>
                <a:gd name="csY12" fmla="*/ 0 h 292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369574" h="2924441">
                  <a:moveTo>
                    <a:pt x="1183677" y="0"/>
                  </a:moveTo>
                  <a:cubicBezTo>
                    <a:pt x="1371039" y="0"/>
                    <a:pt x="1522926" y="59134"/>
                    <a:pt x="1522926" y="132080"/>
                  </a:cubicBezTo>
                  <a:lnTo>
                    <a:pt x="1525475" y="132080"/>
                  </a:lnTo>
                  <a:lnTo>
                    <a:pt x="1525475" y="749497"/>
                  </a:lnTo>
                  <a:lnTo>
                    <a:pt x="1537107" y="752302"/>
                  </a:lnTo>
                  <a:cubicBezTo>
                    <a:pt x="2019396" y="892973"/>
                    <a:pt x="2369574" y="1314836"/>
                    <a:pt x="2369574" y="1813396"/>
                  </a:cubicBezTo>
                  <a:cubicBezTo>
                    <a:pt x="2369574" y="2427009"/>
                    <a:pt x="1839127" y="2924441"/>
                    <a:pt x="1184787" y="2924441"/>
                  </a:cubicBezTo>
                  <a:cubicBezTo>
                    <a:pt x="530447" y="2924441"/>
                    <a:pt x="0" y="2427009"/>
                    <a:pt x="0" y="1813396"/>
                  </a:cubicBezTo>
                  <a:cubicBezTo>
                    <a:pt x="0" y="1314836"/>
                    <a:pt x="350178" y="892973"/>
                    <a:pt x="832467" y="752302"/>
                  </a:cubicBezTo>
                  <a:lnTo>
                    <a:pt x="844100" y="749497"/>
                  </a:lnTo>
                  <a:lnTo>
                    <a:pt x="844100" y="132080"/>
                  </a:lnTo>
                  <a:lnTo>
                    <a:pt x="844428" y="132080"/>
                  </a:lnTo>
                  <a:cubicBezTo>
                    <a:pt x="844428" y="59134"/>
                    <a:pt x="996315" y="0"/>
                    <a:pt x="1183677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EBF78D90-3D2F-4CCE-C03C-0B4C629536D8}"/>
                </a:ext>
              </a:extLst>
            </p:cNvPr>
            <p:cNvSpPr/>
            <p:nvPr/>
          </p:nvSpPr>
          <p:spPr>
            <a:xfrm>
              <a:off x="9130531" y="2167130"/>
              <a:ext cx="721659" cy="264160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rgbClr val="F6F8FC">
                    <a:alpha val="0"/>
                  </a:srgbClr>
                </a:gs>
                <a:gs pos="50000">
                  <a:srgbClr val="FFFFFF"/>
                </a:gs>
              </a:gsLst>
              <a:lin ang="2700000" scaled="1"/>
              <a:tileRect/>
            </a:gra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91E35BB5-C830-1FF7-DC3A-EC6D8F99861A}"/>
                </a:ext>
              </a:extLst>
            </p:cNvPr>
            <p:cNvSpPr/>
            <p:nvPr/>
          </p:nvSpPr>
          <p:spPr>
            <a:xfrm>
              <a:off x="8283365" y="3336718"/>
              <a:ext cx="2415988" cy="1649880"/>
            </a:xfrm>
            <a:custGeom>
              <a:avLst/>
              <a:gdLst>
                <a:gd name="csX0" fmla="*/ 1206234 w 2415988"/>
                <a:gd name="csY0" fmla="*/ 0 h 1649880"/>
                <a:gd name="csX1" fmla="*/ 2265097 w 2415988"/>
                <a:gd name="csY1" fmla="*/ 117475 h 1649880"/>
                <a:gd name="csX2" fmla="*/ 2270100 w 2415988"/>
                <a:gd name="csY2" fmla="*/ 117475 h 1649880"/>
                <a:gd name="csX3" fmla="*/ 2270190 w 2415988"/>
                <a:gd name="csY3" fmla="*/ 117602 h 1649880"/>
                <a:gd name="csX4" fmla="*/ 2415988 w 2415988"/>
                <a:gd name="csY4" fmla="*/ 612215 h 1649880"/>
                <a:gd name="csX5" fmla="*/ 1207994 w 2415988"/>
                <a:gd name="csY5" fmla="*/ 1649880 h 1649880"/>
                <a:gd name="csX6" fmla="*/ 0 w 2415988"/>
                <a:gd name="csY6" fmla="*/ 612215 h 1649880"/>
                <a:gd name="csX7" fmla="*/ 145799 w 2415988"/>
                <a:gd name="csY7" fmla="*/ 117602 h 1649880"/>
                <a:gd name="csX8" fmla="*/ 145888 w 2415988"/>
                <a:gd name="csY8" fmla="*/ 117475 h 1649880"/>
                <a:gd name="csX9" fmla="*/ 147371 w 2415988"/>
                <a:gd name="csY9" fmla="*/ 117475 h 1649880"/>
                <a:gd name="csX10" fmla="*/ 1206234 w 2415988"/>
                <a:gd name="csY10" fmla="*/ 0 h 1649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415988" h="1649880">
                  <a:moveTo>
                    <a:pt x="1206234" y="0"/>
                  </a:moveTo>
                  <a:cubicBezTo>
                    <a:pt x="1791028" y="0"/>
                    <a:pt x="2265097" y="52595"/>
                    <a:pt x="2265097" y="117475"/>
                  </a:cubicBezTo>
                  <a:lnTo>
                    <a:pt x="2270100" y="117475"/>
                  </a:lnTo>
                  <a:lnTo>
                    <a:pt x="2270190" y="117602"/>
                  </a:lnTo>
                  <a:cubicBezTo>
                    <a:pt x="2363172" y="264632"/>
                    <a:pt x="2415988" y="433125"/>
                    <a:pt x="2415988" y="612215"/>
                  </a:cubicBezTo>
                  <a:cubicBezTo>
                    <a:pt x="2415988" y="1185302"/>
                    <a:pt x="1875151" y="1649880"/>
                    <a:pt x="1207994" y="1649880"/>
                  </a:cubicBezTo>
                  <a:cubicBezTo>
                    <a:pt x="540837" y="1649880"/>
                    <a:pt x="0" y="1185302"/>
                    <a:pt x="0" y="612215"/>
                  </a:cubicBezTo>
                  <a:cubicBezTo>
                    <a:pt x="0" y="433125"/>
                    <a:pt x="52816" y="264632"/>
                    <a:pt x="145799" y="117602"/>
                  </a:cubicBezTo>
                  <a:lnTo>
                    <a:pt x="145888" y="117475"/>
                  </a:lnTo>
                  <a:lnTo>
                    <a:pt x="147371" y="117475"/>
                  </a:lnTo>
                  <a:cubicBezTo>
                    <a:pt x="147371" y="52595"/>
                    <a:pt x="621440" y="0"/>
                    <a:pt x="1206234" y="0"/>
                  </a:cubicBezTo>
                  <a:close/>
                </a:path>
              </a:pathLst>
            </a:custGeom>
            <a:gradFill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>
                    <a:lumMod val="5000"/>
                    <a:lumOff val="95000"/>
                    <a:alpha val="0"/>
                  </a:schemeClr>
                </a:gs>
                <a:gs pos="50000">
                  <a:schemeClr val="bg1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D" dirty="0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C220CF-8EC5-76B8-BF54-F40ABF6AF125}"/>
                </a:ext>
              </a:extLst>
            </p:cNvPr>
            <p:cNvSpPr/>
            <p:nvPr/>
          </p:nvSpPr>
          <p:spPr>
            <a:xfrm>
              <a:off x="8430737" y="3336718"/>
              <a:ext cx="2117725" cy="23495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</p:spTree>
    <p:extLst>
      <p:ext uri="{BB962C8B-B14F-4D97-AF65-F5344CB8AC3E}">
        <p14:creationId xmlns:p14="http://schemas.microsoft.com/office/powerpoint/2010/main" val="20054769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544992-1104-DF21-DC2A-3D239397F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rapezoid 4">
            <a:extLst>
              <a:ext uri="{FF2B5EF4-FFF2-40B4-BE49-F238E27FC236}">
                <a16:creationId xmlns:a16="http://schemas.microsoft.com/office/drawing/2014/main" id="{96CEC19E-63D8-B76E-38A2-51B8FD7749D3}"/>
              </a:ext>
            </a:extLst>
          </p:cNvPr>
          <p:cNvSpPr/>
          <p:nvPr/>
        </p:nvSpPr>
        <p:spPr>
          <a:xfrm flipV="1">
            <a:off x="4296000" y="1708508"/>
            <a:ext cx="1080000" cy="360000"/>
          </a:xfrm>
          <a:prstGeom prst="trapezoi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D19195-2263-0A2B-D811-CBDB6472450E}"/>
              </a:ext>
            </a:extLst>
          </p:cNvPr>
          <p:cNvSpPr/>
          <p:nvPr/>
        </p:nvSpPr>
        <p:spPr>
          <a:xfrm>
            <a:off x="5376000" y="2210722"/>
            <a:ext cx="144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15" name="Trapezoid 14">
            <a:extLst>
              <a:ext uri="{FF2B5EF4-FFF2-40B4-BE49-F238E27FC236}">
                <a16:creationId xmlns:a16="http://schemas.microsoft.com/office/drawing/2014/main" id="{937D8634-F90D-9A60-BFD8-5BB8044BC793}"/>
              </a:ext>
            </a:extLst>
          </p:cNvPr>
          <p:cNvSpPr/>
          <p:nvPr/>
        </p:nvSpPr>
        <p:spPr>
          <a:xfrm flipV="1">
            <a:off x="6816000" y="1708508"/>
            <a:ext cx="1080000" cy="360000"/>
          </a:xfrm>
          <a:prstGeom prst="trapezoi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21CD480-F435-3E6E-924C-7A2FB08000E4}"/>
              </a:ext>
            </a:extLst>
          </p:cNvPr>
          <p:cNvSpPr/>
          <p:nvPr/>
        </p:nvSpPr>
        <p:spPr>
          <a:xfrm>
            <a:off x="6816001" y="2427414"/>
            <a:ext cx="702656" cy="2866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A78815-2430-FBBF-10DB-F1E8C87FA204}"/>
              </a:ext>
            </a:extLst>
          </p:cNvPr>
          <p:cNvSpPr/>
          <p:nvPr/>
        </p:nvSpPr>
        <p:spPr>
          <a:xfrm>
            <a:off x="4673342" y="2067414"/>
            <a:ext cx="325315" cy="3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" name="Trapezoid 3">
            <a:extLst>
              <a:ext uri="{FF2B5EF4-FFF2-40B4-BE49-F238E27FC236}">
                <a16:creationId xmlns:a16="http://schemas.microsoft.com/office/drawing/2014/main" id="{B2C34E23-E899-D9C0-5A97-29DA5BED0D55}"/>
              </a:ext>
            </a:extLst>
          </p:cNvPr>
          <p:cNvSpPr/>
          <p:nvPr/>
        </p:nvSpPr>
        <p:spPr>
          <a:xfrm>
            <a:off x="5556000" y="3290722"/>
            <a:ext cx="1080000" cy="360000"/>
          </a:xfrm>
          <a:prstGeom prst="trapezoi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C9978B-F240-DADA-6E23-512F9A2786B4}"/>
              </a:ext>
            </a:extLst>
          </p:cNvPr>
          <p:cNvSpPr/>
          <p:nvPr/>
        </p:nvSpPr>
        <p:spPr>
          <a:xfrm>
            <a:off x="7193341" y="2067414"/>
            <a:ext cx="325315" cy="3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F9DCF0-5FC7-53F4-887A-E6AB7E6924A9}"/>
              </a:ext>
            </a:extLst>
          </p:cNvPr>
          <p:cNvSpPr/>
          <p:nvPr/>
        </p:nvSpPr>
        <p:spPr>
          <a:xfrm>
            <a:off x="4673341" y="2427414"/>
            <a:ext cx="702656" cy="2866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D81B5F-291A-DE55-1B12-4195C6C1DF1F}"/>
              </a:ext>
            </a:extLst>
          </p:cNvPr>
          <p:cNvSpPr/>
          <p:nvPr/>
        </p:nvSpPr>
        <p:spPr>
          <a:xfrm>
            <a:off x="5933342" y="2930722"/>
            <a:ext cx="325315" cy="3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8614914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65EB54-9E40-2A08-F8D3-3E3D57DD1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F88B5CCE-831B-510E-D8A3-D9D823318186}"/>
              </a:ext>
            </a:extLst>
          </p:cNvPr>
          <p:cNvGrpSpPr/>
          <p:nvPr/>
        </p:nvGrpSpPr>
        <p:grpSpPr>
          <a:xfrm>
            <a:off x="4296000" y="1708508"/>
            <a:ext cx="3600000" cy="1942214"/>
            <a:chOff x="4296000" y="1708508"/>
            <a:chExt cx="3600000" cy="1942214"/>
          </a:xfrm>
        </p:grpSpPr>
        <p:sp>
          <p:nvSpPr>
            <p:cNvPr id="5" name="Trapezoid 4">
              <a:extLst>
                <a:ext uri="{FF2B5EF4-FFF2-40B4-BE49-F238E27FC236}">
                  <a16:creationId xmlns:a16="http://schemas.microsoft.com/office/drawing/2014/main" id="{6DE860FA-6071-ABA5-A1E9-C076777FE07D}"/>
                </a:ext>
              </a:extLst>
            </p:cNvPr>
            <p:cNvSpPr/>
            <p:nvPr/>
          </p:nvSpPr>
          <p:spPr>
            <a:xfrm flipV="1">
              <a:off x="4296000" y="1708508"/>
              <a:ext cx="1080000" cy="360000"/>
            </a:xfrm>
            <a:prstGeom prst="trapezoid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F9C5B7A-A747-9B95-3FCA-EB6869A34A7B}"/>
                </a:ext>
              </a:extLst>
            </p:cNvPr>
            <p:cNvSpPr/>
            <p:nvPr/>
          </p:nvSpPr>
          <p:spPr>
            <a:xfrm>
              <a:off x="5376000" y="2210722"/>
              <a:ext cx="1440000" cy="720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sp>
          <p:nvSpPr>
            <p:cNvPr id="15" name="Trapezoid 14">
              <a:extLst>
                <a:ext uri="{FF2B5EF4-FFF2-40B4-BE49-F238E27FC236}">
                  <a16:creationId xmlns:a16="http://schemas.microsoft.com/office/drawing/2014/main" id="{2702418D-0517-1FD8-D9B1-ED9B5958317E}"/>
                </a:ext>
              </a:extLst>
            </p:cNvPr>
            <p:cNvSpPr/>
            <p:nvPr/>
          </p:nvSpPr>
          <p:spPr>
            <a:xfrm flipV="1">
              <a:off x="6816000" y="1708508"/>
              <a:ext cx="1080000" cy="360000"/>
            </a:xfrm>
            <a:prstGeom prst="trapezoid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542C178-B5B9-2030-6CEC-9A518458462B}"/>
                </a:ext>
              </a:extLst>
            </p:cNvPr>
            <p:cNvGrpSpPr/>
            <p:nvPr/>
          </p:nvGrpSpPr>
          <p:grpSpPr>
            <a:xfrm>
              <a:off x="4673340" y="2067414"/>
              <a:ext cx="325317" cy="360000"/>
              <a:chOff x="4673340" y="2067414"/>
              <a:chExt cx="325317" cy="360000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57BFB358-0480-75AA-EC7E-10AF51901991}"/>
                  </a:ext>
                </a:extLst>
              </p:cNvPr>
              <p:cNvSpPr/>
              <p:nvPr/>
            </p:nvSpPr>
            <p:spPr>
              <a:xfrm>
                <a:off x="4673342" y="2067414"/>
                <a:ext cx="325315" cy="360000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F92FA08-1203-D788-4607-EFBE821859EC}"/>
                  </a:ext>
                </a:extLst>
              </p:cNvPr>
              <p:cNvSpPr/>
              <p:nvPr/>
            </p:nvSpPr>
            <p:spPr>
              <a:xfrm>
                <a:off x="4673340" y="2136140"/>
                <a:ext cx="325315" cy="45719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8BE7EF4-266B-C1FA-A318-E07311007200}"/>
                  </a:ext>
                </a:extLst>
              </p:cNvPr>
              <p:cNvSpPr/>
              <p:nvPr/>
            </p:nvSpPr>
            <p:spPr>
              <a:xfrm>
                <a:off x="4673340" y="2291203"/>
                <a:ext cx="325315" cy="45719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DB436736-1AC6-E788-48EE-41193803DCC5}"/>
                </a:ext>
              </a:extLst>
            </p:cNvPr>
            <p:cNvGrpSpPr/>
            <p:nvPr/>
          </p:nvGrpSpPr>
          <p:grpSpPr>
            <a:xfrm>
              <a:off x="4673341" y="2427412"/>
              <a:ext cx="702656" cy="286619"/>
              <a:chOff x="4673341" y="2427412"/>
              <a:chExt cx="702656" cy="286619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11765F0-615A-8B77-0DEE-3B21019C705B}"/>
                  </a:ext>
                </a:extLst>
              </p:cNvPr>
              <p:cNvSpPr/>
              <p:nvPr/>
            </p:nvSpPr>
            <p:spPr>
              <a:xfrm>
                <a:off x="4673341" y="2427414"/>
                <a:ext cx="702656" cy="286617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13C5675-DAF4-6D8B-F278-ADBB0DFC3498}"/>
                  </a:ext>
                </a:extLst>
              </p:cNvPr>
              <p:cNvSpPr/>
              <p:nvPr/>
            </p:nvSpPr>
            <p:spPr>
              <a:xfrm rot="16200000">
                <a:off x="5114552" y="2547862"/>
                <a:ext cx="286619" cy="45719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C5279C0-1AFB-92EF-394C-0AA7F9244BB4}"/>
                  </a:ext>
                </a:extLst>
              </p:cNvPr>
              <p:cNvSpPr/>
              <p:nvPr/>
            </p:nvSpPr>
            <p:spPr>
              <a:xfrm rot="16200000">
                <a:off x="4967757" y="2547862"/>
                <a:ext cx="286619" cy="45719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27E9488-29CE-2F0A-80B3-D27496245093}"/>
                </a:ext>
              </a:extLst>
            </p:cNvPr>
            <p:cNvGrpSpPr/>
            <p:nvPr/>
          </p:nvGrpSpPr>
          <p:grpSpPr>
            <a:xfrm>
              <a:off x="7194079" y="2067412"/>
              <a:ext cx="325317" cy="360000"/>
              <a:chOff x="4673340" y="2067414"/>
              <a:chExt cx="325317" cy="36000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596C926-F7BD-487E-37C0-03A01AF7EE80}"/>
                  </a:ext>
                </a:extLst>
              </p:cNvPr>
              <p:cNvSpPr/>
              <p:nvPr/>
            </p:nvSpPr>
            <p:spPr>
              <a:xfrm>
                <a:off x="4673342" y="2067414"/>
                <a:ext cx="325315" cy="360000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FC8A40CF-B09E-CD4A-DBD4-5A631AD206DF}"/>
                  </a:ext>
                </a:extLst>
              </p:cNvPr>
              <p:cNvSpPr/>
              <p:nvPr/>
            </p:nvSpPr>
            <p:spPr>
              <a:xfrm>
                <a:off x="4673340" y="2136140"/>
                <a:ext cx="325315" cy="45719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1D66803-9B94-0E12-ED0D-8D032775FD42}"/>
                  </a:ext>
                </a:extLst>
              </p:cNvPr>
              <p:cNvSpPr/>
              <p:nvPr/>
            </p:nvSpPr>
            <p:spPr>
              <a:xfrm>
                <a:off x="4673340" y="2291203"/>
                <a:ext cx="325315" cy="45719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A5D31E4D-3938-BD83-FBA8-D0EDDA2C3AD9}"/>
                </a:ext>
              </a:extLst>
            </p:cNvPr>
            <p:cNvGrpSpPr/>
            <p:nvPr/>
          </p:nvGrpSpPr>
          <p:grpSpPr>
            <a:xfrm>
              <a:off x="5933342" y="2930722"/>
              <a:ext cx="325317" cy="360000"/>
              <a:chOff x="4673340" y="2067414"/>
              <a:chExt cx="325317" cy="36000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88B0FDB7-A321-CB08-95EC-4DC3CBFB0581}"/>
                  </a:ext>
                </a:extLst>
              </p:cNvPr>
              <p:cNvSpPr/>
              <p:nvPr/>
            </p:nvSpPr>
            <p:spPr>
              <a:xfrm>
                <a:off x="4673342" y="2067414"/>
                <a:ext cx="325315" cy="360000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0092C331-F690-4DAB-7AD2-E717D23B1B32}"/>
                  </a:ext>
                </a:extLst>
              </p:cNvPr>
              <p:cNvSpPr/>
              <p:nvPr/>
            </p:nvSpPr>
            <p:spPr>
              <a:xfrm>
                <a:off x="4673340" y="2136140"/>
                <a:ext cx="325315" cy="45719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1E483104-9223-E5CA-1866-612FA58D6C4C}"/>
                  </a:ext>
                </a:extLst>
              </p:cNvPr>
              <p:cNvSpPr/>
              <p:nvPr/>
            </p:nvSpPr>
            <p:spPr>
              <a:xfrm>
                <a:off x="4673340" y="2291203"/>
                <a:ext cx="325315" cy="45719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FA13CCC-D216-26BF-6FBE-7D0712F6B784}"/>
                </a:ext>
              </a:extLst>
            </p:cNvPr>
            <p:cNvGrpSpPr/>
            <p:nvPr/>
          </p:nvGrpSpPr>
          <p:grpSpPr>
            <a:xfrm flipH="1">
              <a:off x="6816738" y="2427411"/>
              <a:ext cx="702656" cy="286619"/>
              <a:chOff x="4673341" y="2427412"/>
              <a:chExt cx="702656" cy="286619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381432EA-EFBE-5B3A-5D41-A9A147259BEE}"/>
                  </a:ext>
                </a:extLst>
              </p:cNvPr>
              <p:cNvSpPr/>
              <p:nvPr/>
            </p:nvSpPr>
            <p:spPr>
              <a:xfrm>
                <a:off x="4673341" y="2427414"/>
                <a:ext cx="702656" cy="286617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67DECD5-5E20-7817-840B-46DBAC4CABBE}"/>
                  </a:ext>
                </a:extLst>
              </p:cNvPr>
              <p:cNvSpPr/>
              <p:nvPr/>
            </p:nvSpPr>
            <p:spPr>
              <a:xfrm rot="16200000">
                <a:off x="5114552" y="2547862"/>
                <a:ext cx="286619" cy="45719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/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95AD97F5-22BE-AF58-2B9C-D7B41D17BB80}"/>
                  </a:ext>
                </a:extLst>
              </p:cNvPr>
              <p:cNvSpPr/>
              <p:nvPr/>
            </p:nvSpPr>
            <p:spPr>
              <a:xfrm rot="16200000">
                <a:off x="4967757" y="2547862"/>
                <a:ext cx="286619" cy="45719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/>
              </a:p>
            </p:txBody>
          </p:sp>
        </p:grpSp>
        <p:sp>
          <p:nvSpPr>
            <p:cNvPr id="37" name="Trapezoid 36">
              <a:extLst>
                <a:ext uri="{FF2B5EF4-FFF2-40B4-BE49-F238E27FC236}">
                  <a16:creationId xmlns:a16="http://schemas.microsoft.com/office/drawing/2014/main" id="{DB698EE1-8246-9E54-4F83-CE396D677C3A}"/>
                </a:ext>
              </a:extLst>
            </p:cNvPr>
            <p:cNvSpPr/>
            <p:nvPr/>
          </p:nvSpPr>
          <p:spPr>
            <a:xfrm>
              <a:off x="5555999" y="3290722"/>
              <a:ext cx="1080000" cy="360000"/>
            </a:xfrm>
            <a:prstGeom prst="trapezoid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dirty="0"/>
            </a:p>
          </p:txBody>
        </p:sp>
      </p:grpSp>
    </p:spTree>
    <p:extLst>
      <p:ext uri="{BB962C8B-B14F-4D97-AF65-F5344CB8AC3E}">
        <p14:creationId xmlns:p14="http://schemas.microsoft.com/office/powerpoint/2010/main" val="3570770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37BEA-52BD-5828-06D8-10F95BB31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rapezoid 4">
            <a:extLst>
              <a:ext uri="{FF2B5EF4-FFF2-40B4-BE49-F238E27FC236}">
                <a16:creationId xmlns:a16="http://schemas.microsoft.com/office/drawing/2014/main" id="{340BF12A-C2FD-C710-061E-E6766DB5BC84}"/>
              </a:ext>
            </a:extLst>
          </p:cNvPr>
          <p:cNvSpPr/>
          <p:nvPr/>
        </p:nvSpPr>
        <p:spPr>
          <a:xfrm flipV="1">
            <a:off x="4296000" y="1708508"/>
            <a:ext cx="1080000" cy="360000"/>
          </a:xfrm>
          <a:prstGeom prst="trapezoid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DAD993F-6EC6-C0B0-14EC-585E5CF0ECB3}"/>
              </a:ext>
            </a:extLst>
          </p:cNvPr>
          <p:cNvSpPr/>
          <p:nvPr/>
        </p:nvSpPr>
        <p:spPr>
          <a:xfrm>
            <a:off x="5376000" y="2210722"/>
            <a:ext cx="1440000" cy="7200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15" name="Trapezoid 14">
            <a:extLst>
              <a:ext uri="{FF2B5EF4-FFF2-40B4-BE49-F238E27FC236}">
                <a16:creationId xmlns:a16="http://schemas.microsoft.com/office/drawing/2014/main" id="{D90E9861-6C40-0503-EE80-3567333B6148}"/>
              </a:ext>
            </a:extLst>
          </p:cNvPr>
          <p:cNvSpPr/>
          <p:nvPr/>
        </p:nvSpPr>
        <p:spPr>
          <a:xfrm flipV="1">
            <a:off x="6816000" y="1708508"/>
            <a:ext cx="1080000" cy="360000"/>
          </a:xfrm>
          <a:prstGeom prst="trapezoid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DB0ADEE-2554-5D87-D112-5C606A64BD75}"/>
              </a:ext>
            </a:extLst>
          </p:cNvPr>
          <p:cNvSpPr/>
          <p:nvPr/>
        </p:nvSpPr>
        <p:spPr>
          <a:xfrm>
            <a:off x="4673341" y="2067414"/>
            <a:ext cx="702656" cy="646617"/>
          </a:xfrm>
          <a:custGeom>
            <a:avLst/>
            <a:gdLst>
              <a:gd name="csX0" fmla="*/ 1 w 702656"/>
              <a:gd name="csY0" fmla="*/ 0 h 646617"/>
              <a:gd name="csX1" fmla="*/ 325316 w 702656"/>
              <a:gd name="csY1" fmla="*/ 0 h 646617"/>
              <a:gd name="csX2" fmla="*/ 325316 w 702656"/>
              <a:gd name="csY2" fmla="*/ 360000 h 646617"/>
              <a:gd name="csX3" fmla="*/ 702656 w 702656"/>
              <a:gd name="csY3" fmla="*/ 360000 h 646617"/>
              <a:gd name="csX4" fmla="*/ 702656 w 702656"/>
              <a:gd name="csY4" fmla="*/ 646617 h 646617"/>
              <a:gd name="csX5" fmla="*/ 0 w 702656"/>
              <a:gd name="csY5" fmla="*/ 646617 h 646617"/>
              <a:gd name="csX6" fmla="*/ 0 w 702656"/>
              <a:gd name="csY6" fmla="*/ 360000 h 646617"/>
              <a:gd name="csX7" fmla="*/ 1 w 702656"/>
              <a:gd name="csY7" fmla="*/ 360000 h 6466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702656" h="646617">
                <a:moveTo>
                  <a:pt x="1" y="0"/>
                </a:moveTo>
                <a:lnTo>
                  <a:pt x="325316" y="0"/>
                </a:lnTo>
                <a:lnTo>
                  <a:pt x="325316" y="360000"/>
                </a:lnTo>
                <a:lnTo>
                  <a:pt x="702656" y="360000"/>
                </a:lnTo>
                <a:lnTo>
                  <a:pt x="702656" y="646617"/>
                </a:lnTo>
                <a:lnTo>
                  <a:pt x="0" y="646617"/>
                </a:lnTo>
                <a:lnTo>
                  <a:pt x="0" y="360000"/>
                </a:lnTo>
                <a:lnTo>
                  <a:pt x="1" y="360000"/>
                </a:ln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07A7D69-365B-2EEF-26E0-B5CFAB7837BD}"/>
              </a:ext>
            </a:extLst>
          </p:cNvPr>
          <p:cNvSpPr/>
          <p:nvPr/>
        </p:nvSpPr>
        <p:spPr>
          <a:xfrm rot="16200000">
            <a:off x="5114552" y="2547862"/>
            <a:ext cx="286619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C96027-94E5-C069-2279-563536A4DEE0}"/>
              </a:ext>
            </a:extLst>
          </p:cNvPr>
          <p:cNvSpPr/>
          <p:nvPr/>
        </p:nvSpPr>
        <p:spPr>
          <a:xfrm rot="16200000">
            <a:off x="4967757" y="2547862"/>
            <a:ext cx="286619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20010E1-368D-1338-FD08-D119905026FB}"/>
              </a:ext>
            </a:extLst>
          </p:cNvPr>
          <p:cNvSpPr/>
          <p:nvPr/>
        </p:nvSpPr>
        <p:spPr>
          <a:xfrm>
            <a:off x="6816737" y="2067412"/>
            <a:ext cx="702658" cy="646618"/>
          </a:xfrm>
          <a:custGeom>
            <a:avLst/>
            <a:gdLst>
              <a:gd name="csX0" fmla="*/ 377343 w 702658"/>
              <a:gd name="csY0" fmla="*/ 0 h 646618"/>
              <a:gd name="csX1" fmla="*/ 702658 w 702658"/>
              <a:gd name="csY1" fmla="*/ 0 h 646618"/>
              <a:gd name="csX2" fmla="*/ 702658 w 702658"/>
              <a:gd name="csY2" fmla="*/ 504338 h 646618"/>
              <a:gd name="csX3" fmla="*/ 702656 w 702658"/>
              <a:gd name="csY3" fmla="*/ 504338 h 646618"/>
              <a:gd name="csX4" fmla="*/ 702656 w 702658"/>
              <a:gd name="csY4" fmla="*/ 646618 h 646618"/>
              <a:gd name="csX5" fmla="*/ 0 w 702658"/>
              <a:gd name="csY5" fmla="*/ 646618 h 646618"/>
              <a:gd name="csX6" fmla="*/ 0 w 702658"/>
              <a:gd name="csY6" fmla="*/ 360001 h 646618"/>
              <a:gd name="csX7" fmla="*/ 377343 w 702658"/>
              <a:gd name="csY7" fmla="*/ 360001 h 6466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702658" h="646618">
                <a:moveTo>
                  <a:pt x="377343" y="0"/>
                </a:moveTo>
                <a:lnTo>
                  <a:pt x="702658" y="0"/>
                </a:lnTo>
                <a:lnTo>
                  <a:pt x="702658" y="504338"/>
                </a:lnTo>
                <a:lnTo>
                  <a:pt x="702656" y="504338"/>
                </a:lnTo>
                <a:lnTo>
                  <a:pt x="702656" y="646618"/>
                </a:lnTo>
                <a:lnTo>
                  <a:pt x="0" y="646618"/>
                </a:lnTo>
                <a:lnTo>
                  <a:pt x="0" y="360001"/>
                </a:lnTo>
                <a:lnTo>
                  <a:pt x="377343" y="360001"/>
                </a:ln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F3635E1-4FB7-F149-8C99-E75D99DC1BC5}"/>
              </a:ext>
            </a:extLst>
          </p:cNvPr>
          <p:cNvSpPr/>
          <p:nvPr/>
        </p:nvSpPr>
        <p:spPr>
          <a:xfrm>
            <a:off x="5933344" y="2930722"/>
            <a:ext cx="325315" cy="3600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1908C3F-F515-CE32-F4D7-DAD0DC7A102B}"/>
              </a:ext>
            </a:extLst>
          </p:cNvPr>
          <p:cNvSpPr/>
          <p:nvPr/>
        </p:nvSpPr>
        <p:spPr>
          <a:xfrm>
            <a:off x="5933342" y="2999448"/>
            <a:ext cx="325315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F9F341F-B94B-153C-3B8D-CE555BD677D5}"/>
              </a:ext>
            </a:extLst>
          </p:cNvPr>
          <p:cNvSpPr/>
          <p:nvPr/>
        </p:nvSpPr>
        <p:spPr>
          <a:xfrm>
            <a:off x="5933342" y="3154511"/>
            <a:ext cx="325315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C1D89D9-586B-6A88-F376-3A43C954BFFF}"/>
              </a:ext>
            </a:extLst>
          </p:cNvPr>
          <p:cNvSpPr/>
          <p:nvPr/>
        </p:nvSpPr>
        <p:spPr>
          <a:xfrm rot="5400000" flipH="1">
            <a:off x="6791564" y="2547861"/>
            <a:ext cx="286619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4CFD747-8AA7-0CE1-E116-018D409B326F}"/>
              </a:ext>
            </a:extLst>
          </p:cNvPr>
          <p:cNvSpPr/>
          <p:nvPr/>
        </p:nvSpPr>
        <p:spPr>
          <a:xfrm rot="5400000" flipH="1">
            <a:off x="6938359" y="2547861"/>
            <a:ext cx="286619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7" name="Trapezoid 36">
            <a:extLst>
              <a:ext uri="{FF2B5EF4-FFF2-40B4-BE49-F238E27FC236}">
                <a16:creationId xmlns:a16="http://schemas.microsoft.com/office/drawing/2014/main" id="{6A1E8EDB-1EA4-CA7F-FDC0-745256A7D918}"/>
              </a:ext>
            </a:extLst>
          </p:cNvPr>
          <p:cNvSpPr/>
          <p:nvPr/>
        </p:nvSpPr>
        <p:spPr>
          <a:xfrm>
            <a:off x="5555999" y="3290722"/>
            <a:ext cx="1080000" cy="360000"/>
          </a:xfrm>
          <a:prstGeom prst="trapezoid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7428512-9E2B-6508-D173-6EA61C113978}"/>
              </a:ext>
            </a:extLst>
          </p:cNvPr>
          <p:cNvSpPr/>
          <p:nvPr/>
        </p:nvSpPr>
        <p:spPr>
          <a:xfrm>
            <a:off x="4673340" y="2291203"/>
            <a:ext cx="325315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F328B18-1882-2325-4D55-7C294E39AEA3}"/>
              </a:ext>
            </a:extLst>
          </p:cNvPr>
          <p:cNvSpPr/>
          <p:nvPr/>
        </p:nvSpPr>
        <p:spPr>
          <a:xfrm>
            <a:off x="4673340" y="2136140"/>
            <a:ext cx="325315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2CA5AF6-F8D8-4F52-138A-900CADFD0C26}"/>
              </a:ext>
            </a:extLst>
          </p:cNvPr>
          <p:cNvSpPr/>
          <p:nvPr/>
        </p:nvSpPr>
        <p:spPr>
          <a:xfrm>
            <a:off x="7194079" y="2291201"/>
            <a:ext cx="325315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383A082-9325-A1F4-CF5E-E188479AF7CF}"/>
              </a:ext>
            </a:extLst>
          </p:cNvPr>
          <p:cNvSpPr/>
          <p:nvPr/>
        </p:nvSpPr>
        <p:spPr>
          <a:xfrm>
            <a:off x="7194079" y="2136138"/>
            <a:ext cx="325315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6040416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C9570-2626-1CAD-B8CD-62AF18A6F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rapezoid 4">
            <a:extLst>
              <a:ext uri="{FF2B5EF4-FFF2-40B4-BE49-F238E27FC236}">
                <a16:creationId xmlns:a16="http://schemas.microsoft.com/office/drawing/2014/main" id="{C1B3A237-35D5-48A0-2A4A-EA76428EF63C}"/>
              </a:ext>
            </a:extLst>
          </p:cNvPr>
          <p:cNvSpPr/>
          <p:nvPr/>
        </p:nvSpPr>
        <p:spPr>
          <a:xfrm flipV="1">
            <a:off x="4296000" y="1488440"/>
            <a:ext cx="1080000" cy="580068"/>
          </a:xfrm>
          <a:prstGeom prst="trapezoid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961E39-A69B-78CC-280B-26CB5DB6C373}"/>
              </a:ext>
            </a:extLst>
          </p:cNvPr>
          <p:cNvSpPr/>
          <p:nvPr/>
        </p:nvSpPr>
        <p:spPr>
          <a:xfrm>
            <a:off x="5376000" y="2210722"/>
            <a:ext cx="1440000" cy="720000"/>
          </a:xfrm>
          <a:prstGeom prst="rect">
            <a:avLst/>
          </a:prstGeom>
          <a:solidFill>
            <a:schemeClr val="bg2"/>
          </a:solidFill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43C0A2F-047D-4C65-96F5-DDABF04F4EA6}"/>
              </a:ext>
            </a:extLst>
          </p:cNvPr>
          <p:cNvSpPr/>
          <p:nvPr/>
        </p:nvSpPr>
        <p:spPr>
          <a:xfrm>
            <a:off x="4673341" y="2067414"/>
            <a:ext cx="702656" cy="646617"/>
          </a:xfrm>
          <a:custGeom>
            <a:avLst/>
            <a:gdLst>
              <a:gd name="csX0" fmla="*/ 1 w 702656"/>
              <a:gd name="csY0" fmla="*/ 0 h 646617"/>
              <a:gd name="csX1" fmla="*/ 325316 w 702656"/>
              <a:gd name="csY1" fmla="*/ 0 h 646617"/>
              <a:gd name="csX2" fmla="*/ 325316 w 702656"/>
              <a:gd name="csY2" fmla="*/ 360000 h 646617"/>
              <a:gd name="csX3" fmla="*/ 702656 w 702656"/>
              <a:gd name="csY3" fmla="*/ 360000 h 646617"/>
              <a:gd name="csX4" fmla="*/ 702656 w 702656"/>
              <a:gd name="csY4" fmla="*/ 646617 h 646617"/>
              <a:gd name="csX5" fmla="*/ 0 w 702656"/>
              <a:gd name="csY5" fmla="*/ 646617 h 646617"/>
              <a:gd name="csX6" fmla="*/ 0 w 702656"/>
              <a:gd name="csY6" fmla="*/ 360000 h 646617"/>
              <a:gd name="csX7" fmla="*/ 1 w 702656"/>
              <a:gd name="csY7" fmla="*/ 360000 h 6466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702656" h="646617">
                <a:moveTo>
                  <a:pt x="1" y="0"/>
                </a:moveTo>
                <a:lnTo>
                  <a:pt x="325316" y="0"/>
                </a:lnTo>
                <a:lnTo>
                  <a:pt x="325316" y="360000"/>
                </a:lnTo>
                <a:lnTo>
                  <a:pt x="702656" y="360000"/>
                </a:lnTo>
                <a:lnTo>
                  <a:pt x="702656" y="646617"/>
                </a:lnTo>
                <a:lnTo>
                  <a:pt x="0" y="646617"/>
                </a:lnTo>
                <a:lnTo>
                  <a:pt x="0" y="360000"/>
                </a:lnTo>
                <a:lnTo>
                  <a:pt x="1" y="360000"/>
                </a:ln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9CBF815-0F7F-BD7A-57E2-D559B8109235}"/>
              </a:ext>
            </a:extLst>
          </p:cNvPr>
          <p:cNvSpPr/>
          <p:nvPr/>
        </p:nvSpPr>
        <p:spPr>
          <a:xfrm rot="16200000">
            <a:off x="5114552" y="2547862"/>
            <a:ext cx="286619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2B21206-3CE6-7F43-4FE3-4313DBB5DEF5}"/>
              </a:ext>
            </a:extLst>
          </p:cNvPr>
          <p:cNvSpPr/>
          <p:nvPr/>
        </p:nvSpPr>
        <p:spPr>
          <a:xfrm rot="16200000">
            <a:off x="4967757" y="2547862"/>
            <a:ext cx="286619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C05CBC1-47D7-2915-647B-25FFE814186F}"/>
              </a:ext>
            </a:extLst>
          </p:cNvPr>
          <p:cNvSpPr/>
          <p:nvPr/>
        </p:nvSpPr>
        <p:spPr>
          <a:xfrm>
            <a:off x="6816737" y="2067412"/>
            <a:ext cx="702658" cy="646618"/>
          </a:xfrm>
          <a:custGeom>
            <a:avLst/>
            <a:gdLst>
              <a:gd name="csX0" fmla="*/ 377343 w 702658"/>
              <a:gd name="csY0" fmla="*/ 0 h 646618"/>
              <a:gd name="csX1" fmla="*/ 702658 w 702658"/>
              <a:gd name="csY1" fmla="*/ 0 h 646618"/>
              <a:gd name="csX2" fmla="*/ 702658 w 702658"/>
              <a:gd name="csY2" fmla="*/ 504338 h 646618"/>
              <a:gd name="csX3" fmla="*/ 702656 w 702658"/>
              <a:gd name="csY3" fmla="*/ 504338 h 646618"/>
              <a:gd name="csX4" fmla="*/ 702656 w 702658"/>
              <a:gd name="csY4" fmla="*/ 646618 h 646618"/>
              <a:gd name="csX5" fmla="*/ 0 w 702658"/>
              <a:gd name="csY5" fmla="*/ 646618 h 646618"/>
              <a:gd name="csX6" fmla="*/ 0 w 702658"/>
              <a:gd name="csY6" fmla="*/ 360001 h 646618"/>
              <a:gd name="csX7" fmla="*/ 377343 w 702658"/>
              <a:gd name="csY7" fmla="*/ 360001 h 6466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702658" h="646618">
                <a:moveTo>
                  <a:pt x="377343" y="0"/>
                </a:moveTo>
                <a:lnTo>
                  <a:pt x="702658" y="0"/>
                </a:lnTo>
                <a:lnTo>
                  <a:pt x="702658" y="504338"/>
                </a:lnTo>
                <a:lnTo>
                  <a:pt x="702656" y="504338"/>
                </a:lnTo>
                <a:lnTo>
                  <a:pt x="702656" y="646618"/>
                </a:lnTo>
                <a:lnTo>
                  <a:pt x="0" y="646618"/>
                </a:lnTo>
                <a:lnTo>
                  <a:pt x="0" y="360001"/>
                </a:lnTo>
                <a:lnTo>
                  <a:pt x="377343" y="360001"/>
                </a:ln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7109290-7B06-4B6C-756C-B14A1D666340}"/>
              </a:ext>
            </a:extLst>
          </p:cNvPr>
          <p:cNvSpPr/>
          <p:nvPr/>
        </p:nvSpPr>
        <p:spPr>
          <a:xfrm>
            <a:off x="5933344" y="2930722"/>
            <a:ext cx="325315" cy="3600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8705CEE-4C6E-2169-2732-51104412934A}"/>
              </a:ext>
            </a:extLst>
          </p:cNvPr>
          <p:cNvSpPr/>
          <p:nvPr/>
        </p:nvSpPr>
        <p:spPr>
          <a:xfrm>
            <a:off x="5933342" y="2999448"/>
            <a:ext cx="325315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F6F0C89-45D3-7A46-9287-D75EFD323244}"/>
              </a:ext>
            </a:extLst>
          </p:cNvPr>
          <p:cNvSpPr/>
          <p:nvPr/>
        </p:nvSpPr>
        <p:spPr>
          <a:xfrm>
            <a:off x="5933342" y="3154511"/>
            <a:ext cx="325315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F20CA1C-4C86-F1DD-3899-7F7B98A20855}"/>
              </a:ext>
            </a:extLst>
          </p:cNvPr>
          <p:cNvSpPr/>
          <p:nvPr/>
        </p:nvSpPr>
        <p:spPr>
          <a:xfrm rot="5400000" flipH="1">
            <a:off x="6791564" y="2547861"/>
            <a:ext cx="286619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CAB6A46-FC4F-E678-F23E-3AC65B4F2995}"/>
              </a:ext>
            </a:extLst>
          </p:cNvPr>
          <p:cNvSpPr/>
          <p:nvPr/>
        </p:nvSpPr>
        <p:spPr>
          <a:xfrm rot="5400000" flipH="1">
            <a:off x="6938359" y="2547861"/>
            <a:ext cx="286619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7" name="Trapezoid 36">
            <a:extLst>
              <a:ext uri="{FF2B5EF4-FFF2-40B4-BE49-F238E27FC236}">
                <a16:creationId xmlns:a16="http://schemas.microsoft.com/office/drawing/2014/main" id="{24B27C3C-8576-9720-607E-6B379DD8EB82}"/>
              </a:ext>
            </a:extLst>
          </p:cNvPr>
          <p:cNvSpPr/>
          <p:nvPr/>
        </p:nvSpPr>
        <p:spPr>
          <a:xfrm>
            <a:off x="5555999" y="3290722"/>
            <a:ext cx="1080000" cy="360000"/>
          </a:xfrm>
          <a:prstGeom prst="trapezoid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33DDA61-F337-D683-325A-33F9260488A7}"/>
              </a:ext>
            </a:extLst>
          </p:cNvPr>
          <p:cNvSpPr/>
          <p:nvPr/>
        </p:nvSpPr>
        <p:spPr>
          <a:xfrm>
            <a:off x="4673340" y="2291203"/>
            <a:ext cx="325315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DDD5B0-DC5D-FC27-EA35-2C8723103338}"/>
              </a:ext>
            </a:extLst>
          </p:cNvPr>
          <p:cNvSpPr/>
          <p:nvPr/>
        </p:nvSpPr>
        <p:spPr>
          <a:xfrm>
            <a:off x="4673340" y="2136140"/>
            <a:ext cx="325315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1DEDF0E-5182-8C37-2164-78E278675FCC}"/>
              </a:ext>
            </a:extLst>
          </p:cNvPr>
          <p:cNvSpPr/>
          <p:nvPr/>
        </p:nvSpPr>
        <p:spPr>
          <a:xfrm>
            <a:off x="7194079" y="2291201"/>
            <a:ext cx="325315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C2A289A-2643-C27A-4F50-E8A61A582C86}"/>
              </a:ext>
            </a:extLst>
          </p:cNvPr>
          <p:cNvSpPr/>
          <p:nvPr/>
        </p:nvSpPr>
        <p:spPr>
          <a:xfrm>
            <a:off x="7194079" y="2136138"/>
            <a:ext cx="325315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D9083D-6C19-4E51-3106-03234ADA6D2C}"/>
              </a:ext>
            </a:extLst>
          </p:cNvPr>
          <p:cNvSpPr/>
          <p:nvPr/>
        </p:nvSpPr>
        <p:spPr>
          <a:xfrm>
            <a:off x="4622213" y="1598182"/>
            <a:ext cx="427567" cy="35949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" name="Trapezoid 3">
            <a:extLst>
              <a:ext uri="{FF2B5EF4-FFF2-40B4-BE49-F238E27FC236}">
                <a16:creationId xmlns:a16="http://schemas.microsoft.com/office/drawing/2014/main" id="{A66677DC-2B6C-0CB6-0511-A471B981862F}"/>
              </a:ext>
            </a:extLst>
          </p:cNvPr>
          <p:cNvSpPr/>
          <p:nvPr/>
        </p:nvSpPr>
        <p:spPr>
          <a:xfrm flipV="1">
            <a:off x="6816000" y="1488440"/>
            <a:ext cx="1080000" cy="580068"/>
          </a:xfrm>
          <a:prstGeom prst="trapezoid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48AFE4A-3F6F-713B-84E2-C4CE6B311E3D}"/>
              </a:ext>
            </a:extLst>
          </p:cNvPr>
          <p:cNvSpPr/>
          <p:nvPr/>
        </p:nvSpPr>
        <p:spPr>
          <a:xfrm>
            <a:off x="7142213" y="1598182"/>
            <a:ext cx="427567" cy="35949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4058606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5954B-90B4-2A12-A84C-18AAECA48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A97A9-D3B9-C51A-4BF9-244065A0F5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F64E227-9964-C445-7016-B7792A920DCC}"/>
              </a:ext>
            </a:extLst>
          </p:cNvPr>
          <p:cNvSpPr/>
          <p:nvPr/>
        </p:nvSpPr>
        <p:spPr>
          <a:xfrm>
            <a:off x="7704667" y="2091267"/>
            <a:ext cx="2785533" cy="1456266"/>
          </a:xfrm>
          <a:prstGeom prst="roundRect">
            <a:avLst/>
          </a:prstGeom>
          <a:solidFill>
            <a:srgbClr val="267F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931836E-394A-E607-763E-E339840146A4}"/>
              </a:ext>
            </a:extLst>
          </p:cNvPr>
          <p:cNvSpPr/>
          <p:nvPr/>
        </p:nvSpPr>
        <p:spPr>
          <a:xfrm>
            <a:off x="4495800" y="2175933"/>
            <a:ext cx="1473200" cy="1320800"/>
          </a:xfrm>
          <a:prstGeom prst="roundRect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0422029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508</TotalTime>
  <Words>93</Words>
  <Application>Microsoft Office PowerPoint</Application>
  <PresentationFormat>Widescreen</PresentationFormat>
  <Paragraphs>35</Paragraphs>
  <Slides>21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Zhafran Haris</dc:creator>
  <cp:lastModifiedBy>Code Unknown</cp:lastModifiedBy>
  <cp:revision>22</cp:revision>
  <dcterms:created xsi:type="dcterms:W3CDTF">2026-02-07T04:18:31Z</dcterms:created>
  <dcterms:modified xsi:type="dcterms:W3CDTF">2026-02-09T07:04:05Z</dcterms:modified>
</cp:coreProperties>
</file>